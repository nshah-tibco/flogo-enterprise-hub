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12"/>
    <p:sldId id="257" r:id="rId11"/>
    <p:sldId id="258" r:id="rId10"/>
    <p:sldId id="259" r:id="rId9"/>
    <p:sldId id="260" r:id="rId8"/>
    <p:sldId id="261" r:id="rId7"/>
  </p:sldIdLst>
  <p:sldSz cy="5143500" cx="9144000"/>
  <p:notesSz cx="6858000" cy="9144000"/>
  <p:embeddedFontLst>
    <p:embeddedFont>
      <p:font typeface="Nata Sans Medium"/>
      <p:regular r:id="rId13"/>
      <p:bold r:id="rId14"/>
    </p:embeddedFont>
    <p:embeddedFont>
      <p:font typeface="Montserrat"/>
      <p:regular r:id="rId15"/>
      <p:bold r:id="rId16"/>
      <p:italic r:id="rId17"/>
      <p:boldItalic r:id="rId18"/>
    </p:embeddedFont>
    <p:embeddedFont>
      <p:font typeface="Nata Sans"/>
      <p:regular r:id="rId19"/>
      <p:bold r:id="rId20"/>
    </p:embeddedFont>
    <p:embeddedFont>
      <p:font typeface="Nata Sans SemiBo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slide" Target="slides/slide1.xml"/><Relationship Id="rId13" Type="http://schemas.openxmlformats.org/officeDocument/2006/relationships/font" Target="fonts/NataSansMedium-regular.fntdata"/><Relationship Id="rId14" Type="http://schemas.openxmlformats.org/officeDocument/2006/relationships/font" Target="fonts/NataSansMedium-bold.fntdata"/><Relationship Id="rId15" Type="http://schemas.openxmlformats.org/officeDocument/2006/relationships/font" Target="fonts/Montserrat-regular.fntdata"/><Relationship Id="rId16" Type="http://schemas.openxmlformats.org/officeDocument/2006/relationships/font" Target="fonts/Montserrat-bold.fntdata"/><Relationship Id="rId17" Type="http://schemas.openxmlformats.org/officeDocument/2006/relationships/font" Target="fonts/Montserrat-italic.fntdata"/><Relationship Id="rId18" Type="http://schemas.openxmlformats.org/officeDocument/2006/relationships/font" Target="fonts/Montserrat-boldItalic.fntdata"/><Relationship Id="rId19" Type="http://schemas.openxmlformats.org/officeDocument/2006/relationships/font" Target="fonts/NataSans-regular.fntdata"/><Relationship Id="rId20" Type="http://schemas.openxmlformats.org/officeDocument/2006/relationships/font" Target="fonts/NataSans-bold.fntdata"/><Relationship Id="rId21" Type="http://schemas.openxmlformats.org/officeDocument/2006/relationships/font" Target="fonts/NataSansSemiBold-regular.fntdata"/><Relationship Id="rId22" Type="http://schemas.openxmlformats.org/officeDocument/2006/relationships/font" Target="fonts/NataSa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1F8FF"/>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0" l="0" r="0" t="0"/>
          <a:stretch/>
        </p:blipFill>
        <p:spPr>
          <a:xfrm>
            <a:off x="2195549" y="1335600"/>
            <a:ext cx="2320874" cy="814775"/>
          </a:xfrm>
          <a:prstGeom prst="rect">
            <a:avLst/>
          </a:prstGeom>
          <a:noFill/>
          <a:ln>
            <a:noFill/>
          </a:ln>
        </p:spPr>
      </p:pic>
      <p:pic>
        <p:nvPicPr>
          <p:cNvPr id="12" name="Google Shape;12;p2" title="tibco_still_1_v04_alpha.png"/>
          <p:cNvPicPr preferRelativeResize="0"/>
          <p:nvPr/>
        </p:nvPicPr>
        <p:blipFill rotWithShape="1">
          <a:blip r:embed="rId3">
            <a:alphaModFix amt="9000"/>
          </a:blip>
          <a:srcRect b="17988" l="24684" r="8219" t="-24871"/>
          <a:stretch/>
        </p:blipFill>
        <p:spPr>
          <a:xfrm rot="5398039">
            <a:off x="-54481" y="54899"/>
            <a:ext cx="1051800" cy="942000"/>
          </a:xfrm>
          <a:prstGeom prst="roundRect">
            <a:avLst>
              <a:gd fmla="val 0" name="adj"/>
            </a:avLst>
          </a:prstGeom>
          <a:noFill/>
          <a:ln>
            <a:noFill/>
          </a:ln>
        </p:spPr>
      </p:pic>
      <p:pic>
        <p:nvPicPr>
          <p:cNvPr id="13" name="Google Shape;13;p2" title="tibco_still_1_v04_alpha.png"/>
          <p:cNvPicPr preferRelativeResize="0"/>
          <p:nvPr/>
        </p:nvPicPr>
        <p:blipFill rotWithShape="1">
          <a:blip r:embed="rId3">
            <a:alphaModFix amt="10000"/>
          </a:blip>
          <a:srcRect b="13207" l="0" r="33849" t="-15908"/>
          <a:stretch/>
        </p:blipFill>
        <p:spPr>
          <a:xfrm>
            <a:off x="6935375" y="3214700"/>
            <a:ext cx="2208600" cy="1928700"/>
          </a:xfrm>
          <a:prstGeom prst="roundRect">
            <a:avLst>
              <a:gd fmla="val 0" name="adj"/>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
  <p:cSld name="Boilerplate">
    <p:spTree>
      <p:nvGrpSpPr>
        <p:cNvPr id="14" name="Shape 14"/>
        <p:cNvGrpSpPr/>
        <p:nvPr/>
      </p:nvGrpSpPr>
      <p:grpSpPr>
        <a:xfrm>
          <a:off x="0" y="0"/>
          <a:ext cx="0" cy="0"/>
          <a:chOff x="0" y="0"/>
          <a:chExt cx="0" cy="0"/>
        </a:xfrm>
      </p:grpSpPr>
      <p:sp>
        <p:nvSpPr>
          <p:cNvPr id="15" name="Google Shape;15;p3"/>
          <p:cNvSpPr/>
          <p:nvPr/>
        </p:nvSpPr>
        <p:spPr>
          <a:xfrm>
            <a:off x="0" y="0"/>
            <a:ext cx="9144000" cy="5143500"/>
          </a:xfrm>
          <a:prstGeom prst="rect">
            <a:avLst/>
          </a:prstGeom>
          <a:gradFill>
            <a:gsLst>
              <a:gs pos="0">
                <a:schemeClr val="accent1"/>
              </a:gs>
              <a:gs pos="100000">
                <a:schemeClr val="accent2"/>
              </a:gs>
            </a:gsLst>
            <a:lin ang="360000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16" name="Google Shape;16;p3"/>
          <p:cNvSpPr/>
          <p:nvPr/>
        </p:nvSpPr>
        <p:spPr>
          <a:xfrm>
            <a:off x="589675" y="1081625"/>
            <a:ext cx="7803900" cy="28074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000000"/>
              </a:buClr>
              <a:buSzPts val="1700"/>
              <a:buFont typeface="Arial"/>
              <a:buNone/>
            </a:pPr>
            <a:r>
              <a:rPr b="0" i="0" lang="en" sz="1700" u="none" cap="none" strike="noStrike">
                <a:solidFill>
                  <a:schemeClr val="lt1"/>
                </a:solidFill>
                <a:latin typeface="Montserrat"/>
                <a:ea typeface="Montserrat"/>
                <a:cs typeface="Montserrat"/>
                <a:sym typeface="Montserrat"/>
              </a:rPr>
              <a:t>TIBCO, a business unit of Cloud Software Group, has helped global </a:t>
            </a:r>
            <a:endParaRPr b="0" i="0" sz="11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1700"/>
              <a:buFont typeface="Arial"/>
              <a:buNone/>
            </a:pPr>
            <a:r>
              <a:rPr b="0" i="0" lang="en" sz="1700" u="none" cap="none" strike="noStrike">
                <a:solidFill>
                  <a:schemeClr val="lt1"/>
                </a:solidFill>
                <a:latin typeface="Montserrat"/>
                <a:ea typeface="Montserrat"/>
                <a:cs typeface="Montserrat"/>
                <a:sym typeface="Montserrat"/>
              </a:rPr>
              <a:t>enterprises solve their most complex business challenges for more than 25 years. The TIBCO Platform delivers industrial-strength solutions that meet the highest performance, throughput, reliability, and scalability needs while offering the widest range of technology and deployment options to deliver real-time data where it’s needed most. Learn how TIBCO solves its customers' mission-critical software needs at www.tibco.com.</a:t>
            </a:r>
            <a:endParaRPr b="0" i="0" sz="1700" u="none" cap="none" strike="noStrike">
              <a:solidFill>
                <a:schemeClr val="lt1"/>
              </a:solidFill>
              <a:latin typeface="Montserrat"/>
              <a:ea typeface="Montserrat"/>
              <a:cs typeface="Montserrat"/>
              <a:sym typeface="Montserrat"/>
            </a:endParaRPr>
          </a:p>
        </p:txBody>
      </p:sp>
      <p:sp>
        <p:nvSpPr>
          <p:cNvPr id="17" name="Google Shape;17;p3"/>
          <p:cNvSpPr txBox="1"/>
          <p:nvPr/>
        </p:nvSpPr>
        <p:spPr>
          <a:xfrm>
            <a:off x="392376" y="4859699"/>
            <a:ext cx="19092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8A8D90"/>
                </a:solidFill>
                <a:latin typeface="Montserrat"/>
                <a:ea typeface="Montserrat"/>
                <a:cs typeface="Montserrat"/>
                <a:sym typeface="Montserrat"/>
              </a:rPr>
              <a:t>© Copyright 2026 Cloud Software Group, Inc.</a:t>
            </a:r>
            <a:endParaRPr b="0" i="0" sz="500" u="none" cap="none" strike="noStrike">
              <a:solidFill>
                <a:srgbClr val="8A8D90"/>
              </a:solidFill>
              <a:latin typeface="Montserrat"/>
              <a:ea typeface="Montserrat"/>
              <a:cs typeface="Montserrat"/>
              <a:sym typeface="Montserra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ight">
  <p:cSld name="Agenda Light">
    <p:bg>
      <p:bgPr>
        <a:solidFill>
          <a:srgbClr val="F1F8FF"/>
        </a:solidFill>
      </p:bgPr>
    </p:bg>
    <p:spTree>
      <p:nvGrpSpPr>
        <p:cNvPr id="18" name="Shape 18"/>
        <p:cNvGrpSpPr/>
        <p:nvPr/>
      </p:nvGrpSpPr>
      <p:grpSpPr>
        <a:xfrm>
          <a:off x="0" y="0"/>
          <a:ext cx="0" cy="0"/>
          <a:chOff x="0" y="0"/>
          <a:chExt cx="0" cy="0"/>
        </a:xfrm>
      </p:grpSpPr>
      <p:pic>
        <p:nvPicPr>
          <p:cNvPr id="19" name="Google Shape;19;p4"/>
          <p:cNvPicPr preferRelativeResize="0"/>
          <p:nvPr/>
        </p:nvPicPr>
        <p:blipFill rotWithShape="1">
          <a:blip r:embed="rId2">
            <a:alphaModFix/>
          </a:blip>
          <a:srcRect b="13856" l="23070" r="39360" t="11321"/>
          <a:stretch/>
        </p:blipFill>
        <p:spPr>
          <a:xfrm>
            <a:off x="5270161" y="-2"/>
            <a:ext cx="3873774" cy="5143504"/>
          </a:xfrm>
          <a:prstGeom prst="rect">
            <a:avLst/>
          </a:prstGeom>
          <a:noFill/>
          <a:ln>
            <a:noFill/>
          </a:ln>
        </p:spPr>
      </p:pic>
      <p:sp>
        <p:nvSpPr>
          <p:cNvPr id="20" name="Google Shape;20;p4"/>
          <p:cNvSpPr txBox="1"/>
          <p:nvPr/>
        </p:nvSpPr>
        <p:spPr>
          <a:xfrm>
            <a:off x="589684" y="117979"/>
            <a:ext cx="6922800" cy="515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900"/>
              <a:buFont typeface="Arial"/>
              <a:buNone/>
            </a:pPr>
            <a:r>
              <a:rPr b="0" i="0" lang="en" sz="2900" u="none" cap="none" strike="noStrike">
                <a:solidFill>
                  <a:schemeClr val="dk1"/>
                </a:solidFill>
                <a:latin typeface="Nata Sans"/>
                <a:ea typeface="Nata Sans"/>
                <a:cs typeface="Nata Sans"/>
                <a:sym typeface="Nata Sans"/>
              </a:rPr>
              <a:t>Agenda</a:t>
            </a:r>
            <a:endParaRPr b="0" i="0" sz="1100" u="none" cap="none" strike="noStrike">
              <a:solidFill>
                <a:srgbClr val="000000"/>
              </a:solidFill>
              <a:latin typeface="Nata Sans"/>
              <a:ea typeface="Nata Sans"/>
              <a:cs typeface="Nata Sans"/>
              <a:sym typeface="Nata Sans"/>
            </a:endParaRPr>
          </a:p>
        </p:txBody>
      </p:sp>
      <p:sp>
        <p:nvSpPr>
          <p:cNvPr id="21" name="Google Shape;21;p4"/>
          <p:cNvSpPr txBox="1"/>
          <p:nvPr>
            <p:ph idx="1" type="body"/>
          </p:nvPr>
        </p:nvSpPr>
        <p:spPr>
          <a:xfrm>
            <a:off x="561110" y="1103243"/>
            <a:ext cx="4010891" cy="3442326"/>
          </a:xfrm>
          <a:prstGeom prst="rect">
            <a:avLst/>
          </a:prstGeom>
          <a:noFill/>
          <a:ln>
            <a:noFill/>
          </a:ln>
        </p:spPr>
        <p:txBody>
          <a:bodyPr anchorCtr="0" anchor="t" bIns="34275" lIns="68575" spcFirstLastPara="1" rIns="68575" wrap="square" tIns="34275">
            <a:normAutofit/>
          </a:bodyPr>
          <a:lstStyle>
            <a:lvl1pPr indent="-336550" lvl="0" marL="457200" algn="l">
              <a:lnSpc>
                <a:spcPct val="100000"/>
              </a:lnSpc>
              <a:spcBef>
                <a:spcPts val="1100"/>
              </a:spcBef>
              <a:spcAft>
                <a:spcPts val="0"/>
              </a:spcAft>
              <a:buClr>
                <a:schemeClr val="dk1"/>
              </a:buClr>
              <a:buSzPts val="1700"/>
              <a:buFont typeface="Nata Sans"/>
              <a:buChar char="•"/>
              <a:defRPr sz="1700">
                <a:solidFill>
                  <a:schemeClr val="dk1"/>
                </a:solidFill>
                <a:latin typeface="Nata Sans"/>
                <a:ea typeface="Nata Sans"/>
                <a:cs typeface="Nata Sans"/>
                <a:sym typeface="Nata Sans"/>
              </a:defRPr>
            </a:lvl1pPr>
            <a:lvl2pPr indent="-304800" lvl="1" marL="914400" algn="l">
              <a:lnSpc>
                <a:spcPct val="100000"/>
              </a:lnSpc>
              <a:spcBef>
                <a:spcPts val="1200"/>
              </a:spcBef>
              <a:spcAft>
                <a:spcPts val="0"/>
              </a:spcAft>
              <a:buClr>
                <a:schemeClr val="dk1"/>
              </a:buClr>
              <a:buSzPts val="1200"/>
              <a:buFont typeface="Nata Sans"/>
              <a:buChar char="•"/>
              <a:defRPr sz="1200">
                <a:solidFill>
                  <a:schemeClr val="dk1"/>
                </a:solidFill>
                <a:latin typeface="Nata Sans"/>
                <a:ea typeface="Nata Sans"/>
                <a:cs typeface="Nata Sans"/>
                <a:sym typeface="Nata Sans"/>
              </a:defRPr>
            </a:lvl2pPr>
            <a:lvl3pPr indent="-317500" lvl="2" marL="1371600" algn="l">
              <a:lnSpc>
                <a:spcPct val="100000"/>
              </a:lnSpc>
              <a:spcBef>
                <a:spcPts val="1200"/>
              </a:spcBef>
              <a:spcAft>
                <a:spcPts val="0"/>
              </a:spcAft>
              <a:buSzPts val="1400"/>
              <a:buFont typeface="Nata Sans"/>
              <a:buChar char="•"/>
              <a:defRPr>
                <a:latin typeface="Nata Sans"/>
                <a:ea typeface="Nata Sans"/>
                <a:cs typeface="Nata Sans"/>
                <a:sym typeface="Nata Sans"/>
              </a:defRPr>
            </a:lvl3pPr>
            <a:lvl4pPr indent="-317500" lvl="3" marL="1828800" algn="l">
              <a:lnSpc>
                <a:spcPct val="100000"/>
              </a:lnSpc>
              <a:spcBef>
                <a:spcPts val="400"/>
              </a:spcBef>
              <a:spcAft>
                <a:spcPts val="0"/>
              </a:spcAft>
              <a:buSzPts val="1400"/>
              <a:buFont typeface="Nata Sans"/>
              <a:buChar char="•"/>
              <a:defRPr>
                <a:latin typeface="Nata Sans"/>
                <a:ea typeface="Nata Sans"/>
                <a:cs typeface="Nata Sans"/>
                <a:sym typeface="Nata Sans"/>
              </a:defRPr>
            </a:lvl4pPr>
            <a:lvl5pPr indent="-317500" lvl="4" marL="2286000" algn="l">
              <a:lnSpc>
                <a:spcPct val="100000"/>
              </a:lnSpc>
              <a:spcBef>
                <a:spcPts val="400"/>
              </a:spcBef>
              <a:spcAft>
                <a:spcPts val="0"/>
              </a:spcAft>
              <a:buSzPts val="1400"/>
              <a:buFont typeface="Nata Sans"/>
              <a:buChar char="•"/>
              <a:defRPr>
                <a:latin typeface="Nata Sans"/>
                <a:ea typeface="Nata Sans"/>
                <a:cs typeface="Nata Sans"/>
                <a:sym typeface="Nata Sans"/>
              </a:defRPr>
            </a:lvl5pPr>
            <a:lvl6pPr indent="-317500" lvl="5" marL="2743200" algn="l">
              <a:lnSpc>
                <a:spcPct val="90000"/>
              </a:lnSpc>
              <a:spcBef>
                <a:spcPts val="400"/>
              </a:spcBef>
              <a:spcAft>
                <a:spcPts val="0"/>
              </a:spcAft>
              <a:buClr>
                <a:schemeClr val="dk1"/>
              </a:buClr>
              <a:buSzPts val="1400"/>
              <a:buFont typeface="Nata Sans"/>
              <a:buChar char="•"/>
              <a:defRPr>
                <a:latin typeface="Nata Sans"/>
                <a:ea typeface="Nata Sans"/>
                <a:cs typeface="Nata Sans"/>
                <a:sym typeface="Nata Sans"/>
              </a:defRPr>
            </a:lvl6pPr>
            <a:lvl7pPr indent="-317500" lvl="6" marL="3200400" algn="l">
              <a:lnSpc>
                <a:spcPct val="90000"/>
              </a:lnSpc>
              <a:spcBef>
                <a:spcPts val="400"/>
              </a:spcBef>
              <a:spcAft>
                <a:spcPts val="0"/>
              </a:spcAft>
              <a:buClr>
                <a:schemeClr val="dk1"/>
              </a:buClr>
              <a:buSzPts val="1400"/>
              <a:buFont typeface="Nata Sans"/>
              <a:buChar char="•"/>
              <a:defRPr>
                <a:latin typeface="Nata Sans"/>
                <a:ea typeface="Nata Sans"/>
                <a:cs typeface="Nata Sans"/>
                <a:sym typeface="Nata Sans"/>
              </a:defRPr>
            </a:lvl7pPr>
            <a:lvl8pPr indent="-317500" lvl="7" marL="3657600" algn="l">
              <a:lnSpc>
                <a:spcPct val="90000"/>
              </a:lnSpc>
              <a:spcBef>
                <a:spcPts val="400"/>
              </a:spcBef>
              <a:spcAft>
                <a:spcPts val="0"/>
              </a:spcAft>
              <a:buClr>
                <a:schemeClr val="dk1"/>
              </a:buClr>
              <a:buSzPts val="1400"/>
              <a:buFont typeface="Nata Sans"/>
              <a:buChar char="•"/>
              <a:defRPr>
                <a:latin typeface="Nata Sans"/>
                <a:ea typeface="Nata Sans"/>
                <a:cs typeface="Nata Sans"/>
                <a:sym typeface="Nata Sans"/>
              </a:defRPr>
            </a:lvl8pPr>
            <a:lvl9pPr indent="-317500" lvl="8" marL="4114800" algn="l">
              <a:lnSpc>
                <a:spcPct val="90000"/>
              </a:lnSpc>
              <a:spcBef>
                <a:spcPts val="400"/>
              </a:spcBef>
              <a:spcAft>
                <a:spcPts val="0"/>
              </a:spcAft>
              <a:buClr>
                <a:schemeClr val="dk1"/>
              </a:buClr>
              <a:buSzPts val="1400"/>
              <a:buFont typeface="Nata Sans"/>
              <a:buChar char="•"/>
              <a:defRPr>
                <a:latin typeface="Nata Sans"/>
                <a:ea typeface="Nata Sans"/>
                <a:cs typeface="Nata Sans"/>
                <a:sym typeface="Nata Sans"/>
              </a:defRPr>
            </a:lvl9pPr>
          </a:lstStyle>
          <a:p/>
        </p:txBody>
      </p:sp>
      <p:cxnSp>
        <p:nvCxnSpPr>
          <p:cNvPr id="22" name="Google Shape;22;p4"/>
          <p:cNvCxnSpPr/>
          <p:nvPr/>
        </p:nvCxnSpPr>
        <p:spPr>
          <a:xfrm>
            <a:off x="606670" y="625810"/>
            <a:ext cx="4325816" cy="0"/>
          </a:xfrm>
          <a:prstGeom prst="straightConnector1">
            <a:avLst/>
          </a:prstGeom>
          <a:noFill/>
          <a:ln cap="flat" cmpd="sng" w="9525">
            <a:solidFill>
              <a:schemeClr val="dk1"/>
            </a:solidFill>
            <a:prstDash val="solid"/>
            <a:miter lim="800000"/>
            <a:headEnd len="sm" w="sm" type="none"/>
            <a:tailEnd len="sm" w="sm" type="none"/>
          </a:ln>
        </p:spPr>
      </p:cxnSp>
      <p:sp>
        <p:nvSpPr>
          <p:cNvPr id="23" name="Google Shape;23;p4"/>
          <p:cNvSpPr/>
          <p:nvPr/>
        </p:nvSpPr>
        <p:spPr>
          <a:xfrm>
            <a:off x="5270151" y="0"/>
            <a:ext cx="3873900" cy="5143500"/>
          </a:xfrm>
          <a:prstGeom prst="roundRect">
            <a:avLst>
              <a:gd fmla="val 0" name="adj"/>
            </a:avLst>
          </a:prstGeom>
          <a:gradFill>
            <a:gsLst>
              <a:gs pos="0">
                <a:srgbClr val="3382D9">
                  <a:alpha val="47058"/>
                </a:srgbClr>
              </a:gs>
              <a:gs pos="100000">
                <a:srgbClr val="66FDEF">
                  <a:alpha val="47450"/>
                </a:srgbClr>
              </a:gs>
            </a:gsLst>
            <a:lin ang="5400012" scaled="0"/>
          </a:gra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FFFFF"/>
              </a:solidFill>
              <a:latin typeface="Nata Sans Medium"/>
              <a:ea typeface="Nata Sans Medium"/>
              <a:cs typeface="Nata Sans Medium"/>
              <a:sym typeface="Nata Sans Medium"/>
            </a:endParaRPr>
          </a:p>
        </p:txBody>
      </p:sp>
      <p:pic>
        <p:nvPicPr>
          <p:cNvPr id="24" name="Google Shape;24;p4"/>
          <p:cNvPicPr preferRelativeResize="0"/>
          <p:nvPr/>
        </p:nvPicPr>
        <p:blipFill rotWithShape="1">
          <a:blip r:embed="rId3">
            <a:alphaModFix/>
          </a:blip>
          <a:srcRect b="119" l="0" r="0" t="109"/>
          <a:stretch/>
        </p:blipFill>
        <p:spPr>
          <a:xfrm>
            <a:off x="8265946" y="4850818"/>
            <a:ext cx="676347" cy="17677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 Summary">
  <p:cSld name="Overview / Summary">
    <p:bg>
      <p:bgPr>
        <a:solidFill>
          <a:srgbClr val="F1F8FF"/>
        </a:solidFill>
      </p:bgPr>
    </p:bg>
    <p:spTree>
      <p:nvGrpSpPr>
        <p:cNvPr id="25" name="Shape 25"/>
        <p:cNvGrpSpPr/>
        <p:nvPr/>
      </p:nvGrpSpPr>
      <p:grpSpPr>
        <a:xfrm>
          <a:off x="0" y="0"/>
          <a:ext cx="0" cy="0"/>
          <a:chOff x="0" y="0"/>
          <a:chExt cx="0" cy="0"/>
        </a:xfrm>
      </p:grpSpPr>
      <p:sp>
        <p:nvSpPr>
          <p:cNvPr id="26" name="Google Shape;26;p5"/>
          <p:cNvSpPr txBox="1"/>
          <p:nvPr>
            <p:ph type="title"/>
          </p:nvPr>
        </p:nvSpPr>
        <p:spPr>
          <a:xfrm>
            <a:off x="589675" y="156948"/>
            <a:ext cx="7886700" cy="5193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300"/>
              <a:buFont typeface="Nata Sans"/>
              <a:buNone/>
              <a:defRPr sz="2800">
                <a:latin typeface="Nata Sans"/>
                <a:ea typeface="Nata Sans"/>
                <a:cs typeface="Nata Sans"/>
                <a:sym typeface="Nata Sans"/>
              </a:defRPr>
            </a:lvl1pPr>
            <a:lvl2pPr lvl="1" algn="l">
              <a:lnSpc>
                <a:spcPct val="100000"/>
              </a:lnSpc>
              <a:spcBef>
                <a:spcPts val="0"/>
              </a:spcBef>
              <a:spcAft>
                <a:spcPts val="0"/>
              </a:spcAft>
              <a:buSzPts val="1100"/>
              <a:buFont typeface="Nata Sans"/>
              <a:buNone/>
              <a:defRPr>
                <a:latin typeface="Nata Sans"/>
                <a:ea typeface="Nata Sans"/>
                <a:cs typeface="Nata Sans"/>
                <a:sym typeface="Nata Sans"/>
              </a:defRPr>
            </a:lvl2pPr>
            <a:lvl3pPr lvl="2" algn="l">
              <a:lnSpc>
                <a:spcPct val="100000"/>
              </a:lnSpc>
              <a:spcBef>
                <a:spcPts val="0"/>
              </a:spcBef>
              <a:spcAft>
                <a:spcPts val="0"/>
              </a:spcAft>
              <a:buSzPts val="1100"/>
              <a:buFont typeface="Nata Sans"/>
              <a:buNone/>
              <a:defRPr>
                <a:latin typeface="Nata Sans"/>
                <a:ea typeface="Nata Sans"/>
                <a:cs typeface="Nata Sans"/>
                <a:sym typeface="Nata Sans"/>
              </a:defRPr>
            </a:lvl3pPr>
            <a:lvl4pPr lvl="3" algn="l">
              <a:lnSpc>
                <a:spcPct val="100000"/>
              </a:lnSpc>
              <a:spcBef>
                <a:spcPts val="0"/>
              </a:spcBef>
              <a:spcAft>
                <a:spcPts val="0"/>
              </a:spcAft>
              <a:buSzPts val="1100"/>
              <a:buFont typeface="Nata Sans"/>
              <a:buNone/>
              <a:defRPr>
                <a:latin typeface="Nata Sans"/>
                <a:ea typeface="Nata Sans"/>
                <a:cs typeface="Nata Sans"/>
                <a:sym typeface="Nata Sans"/>
              </a:defRPr>
            </a:lvl4pPr>
            <a:lvl5pPr lvl="4" algn="l">
              <a:lnSpc>
                <a:spcPct val="100000"/>
              </a:lnSpc>
              <a:spcBef>
                <a:spcPts val="0"/>
              </a:spcBef>
              <a:spcAft>
                <a:spcPts val="0"/>
              </a:spcAft>
              <a:buSzPts val="1100"/>
              <a:buFont typeface="Nata Sans"/>
              <a:buNone/>
              <a:defRPr>
                <a:latin typeface="Nata Sans"/>
                <a:ea typeface="Nata Sans"/>
                <a:cs typeface="Nata Sans"/>
                <a:sym typeface="Nata Sans"/>
              </a:defRPr>
            </a:lvl5pPr>
            <a:lvl6pPr lvl="5" algn="l">
              <a:lnSpc>
                <a:spcPct val="100000"/>
              </a:lnSpc>
              <a:spcBef>
                <a:spcPts val="0"/>
              </a:spcBef>
              <a:spcAft>
                <a:spcPts val="0"/>
              </a:spcAft>
              <a:buSzPts val="1100"/>
              <a:buFont typeface="Nata Sans"/>
              <a:buNone/>
              <a:defRPr>
                <a:latin typeface="Nata Sans"/>
                <a:ea typeface="Nata Sans"/>
                <a:cs typeface="Nata Sans"/>
                <a:sym typeface="Nata Sans"/>
              </a:defRPr>
            </a:lvl6pPr>
            <a:lvl7pPr lvl="6" algn="l">
              <a:lnSpc>
                <a:spcPct val="100000"/>
              </a:lnSpc>
              <a:spcBef>
                <a:spcPts val="0"/>
              </a:spcBef>
              <a:spcAft>
                <a:spcPts val="0"/>
              </a:spcAft>
              <a:buSzPts val="1100"/>
              <a:buFont typeface="Nata Sans"/>
              <a:buNone/>
              <a:defRPr>
                <a:latin typeface="Nata Sans"/>
                <a:ea typeface="Nata Sans"/>
                <a:cs typeface="Nata Sans"/>
                <a:sym typeface="Nata Sans"/>
              </a:defRPr>
            </a:lvl7pPr>
            <a:lvl8pPr lvl="7" algn="l">
              <a:lnSpc>
                <a:spcPct val="100000"/>
              </a:lnSpc>
              <a:spcBef>
                <a:spcPts val="0"/>
              </a:spcBef>
              <a:spcAft>
                <a:spcPts val="0"/>
              </a:spcAft>
              <a:buSzPts val="1100"/>
              <a:buFont typeface="Nata Sans"/>
              <a:buNone/>
              <a:defRPr>
                <a:latin typeface="Nata Sans"/>
                <a:ea typeface="Nata Sans"/>
                <a:cs typeface="Nata Sans"/>
                <a:sym typeface="Nata Sans"/>
              </a:defRPr>
            </a:lvl8pPr>
            <a:lvl9pPr lvl="8" algn="l">
              <a:lnSpc>
                <a:spcPct val="100000"/>
              </a:lnSpc>
              <a:spcBef>
                <a:spcPts val="0"/>
              </a:spcBef>
              <a:spcAft>
                <a:spcPts val="0"/>
              </a:spcAft>
              <a:buSzPts val="1100"/>
              <a:buFont typeface="Nata Sans"/>
              <a:buNone/>
              <a:defRPr>
                <a:latin typeface="Nata Sans"/>
                <a:ea typeface="Nata Sans"/>
                <a:cs typeface="Nata Sans"/>
                <a:sym typeface="Nata Sans"/>
              </a:defRPr>
            </a:lvl9pPr>
          </a:lstStyle>
          <a:p/>
        </p:txBody>
      </p:sp>
      <p:cxnSp>
        <p:nvCxnSpPr>
          <p:cNvPr id="27" name="Google Shape;27;p5"/>
          <p:cNvCxnSpPr/>
          <p:nvPr/>
        </p:nvCxnSpPr>
        <p:spPr>
          <a:xfrm>
            <a:off x="606670" y="625810"/>
            <a:ext cx="7442700" cy="0"/>
          </a:xfrm>
          <a:prstGeom prst="straightConnector1">
            <a:avLst/>
          </a:prstGeom>
          <a:noFill/>
          <a:ln cap="flat" cmpd="sng" w="9525">
            <a:solidFill>
              <a:schemeClr val="dk1"/>
            </a:solidFill>
            <a:prstDash val="solid"/>
            <a:miter lim="800000"/>
            <a:headEnd len="sm" w="sm" type="none"/>
            <a:tailEnd len="sm" w="sm" type="none"/>
          </a:ln>
        </p:spPr>
      </p:cxnSp>
      <p:pic>
        <p:nvPicPr>
          <p:cNvPr id="28" name="Google Shape;28;p5" title="tibco_still_3_v03_alpha.png"/>
          <p:cNvPicPr preferRelativeResize="0"/>
          <p:nvPr/>
        </p:nvPicPr>
        <p:blipFill rotWithShape="1">
          <a:blip r:embed="rId2">
            <a:alphaModFix amt="15000"/>
          </a:blip>
          <a:srcRect b="0" l="36872" r="0" t="1293"/>
          <a:stretch/>
        </p:blipFill>
        <p:spPr>
          <a:xfrm flipH="1" rot="-636">
            <a:off x="7521300" y="3716252"/>
            <a:ext cx="1622700" cy="1427100"/>
          </a:xfrm>
          <a:prstGeom prst="roundRect">
            <a:avLst>
              <a:gd fmla="val 0" name="adj"/>
            </a:avLst>
          </a:prstGeom>
          <a:noFill/>
          <a:ln>
            <a:noFill/>
          </a:ln>
        </p:spPr>
      </p:pic>
      <p:pic>
        <p:nvPicPr>
          <p:cNvPr id="29" name="Google Shape;29;p5" title="tibco_still_3_v03_alpha.png"/>
          <p:cNvPicPr preferRelativeResize="0"/>
          <p:nvPr/>
        </p:nvPicPr>
        <p:blipFill rotWithShape="1">
          <a:blip r:embed="rId2">
            <a:alphaModFix amt="15000"/>
          </a:blip>
          <a:srcRect b="-22971" l="44170" r="21275" t="94597"/>
          <a:stretch/>
        </p:blipFill>
        <p:spPr>
          <a:xfrm flipH="1" rot="-5400000">
            <a:off x="-431600" y="3971225"/>
            <a:ext cx="1604100" cy="740700"/>
          </a:xfrm>
          <a:prstGeom prst="roundRect">
            <a:avLst>
              <a:gd fmla="val 0" name="adj"/>
            </a:avLst>
          </a:prstGeom>
          <a:noFill/>
          <a:ln>
            <a:noFill/>
          </a:ln>
        </p:spPr>
      </p:pic>
      <p:pic>
        <p:nvPicPr>
          <p:cNvPr id="30" name="Google Shape;30;p5"/>
          <p:cNvPicPr preferRelativeResize="0"/>
          <p:nvPr/>
        </p:nvPicPr>
        <p:blipFill rotWithShape="1">
          <a:blip r:embed="rId3">
            <a:alphaModFix amt="65000"/>
          </a:blip>
          <a:srcRect b="0" l="69851" r="0" t="0"/>
          <a:stretch/>
        </p:blipFill>
        <p:spPr>
          <a:xfrm>
            <a:off x="8361250" y="156949"/>
            <a:ext cx="662000" cy="634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Large Image">
  <p:cSld name="Single Large Image">
    <p:spTree>
      <p:nvGrpSpPr>
        <p:cNvPr id="31" name="Shape 31"/>
        <p:cNvGrpSpPr/>
        <p:nvPr/>
      </p:nvGrpSpPr>
      <p:grpSpPr>
        <a:xfrm>
          <a:off x="0" y="0"/>
          <a:ext cx="0" cy="0"/>
          <a:chOff x="0" y="0"/>
          <a:chExt cx="0" cy="0"/>
        </a:xfrm>
      </p:grpSpPr>
      <p:sp>
        <p:nvSpPr>
          <p:cNvPr id="32" name="Google Shape;32;p6"/>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p:nvPr>
            <p:ph idx="2" type="pic"/>
          </p:nvPr>
        </p:nvSpPr>
        <p:spPr>
          <a:xfrm>
            <a:off x="-34873" y="-38380"/>
            <a:ext cx="9271800" cy="52341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p:cSld name="Section Breaker">
    <p:bg>
      <p:bgPr>
        <a:solidFill>
          <a:srgbClr val="F1F8FF"/>
        </a:solidFill>
      </p:bgPr>
    </p:bg>
    <p:spTree>
      <p:nvGrpSpPr>
        <p:cNvPr id="34" name="Shape 34"/>
        <p:cNvGrpSpPr/>
        <p:nvPr/>
      </p:nvGrpSpPr>
      <p:grpSpPr>
        <a:xfrm>
          <a:off x="0" y="0"/>
          <a:ext cx="0" cy="0"/>
          <a:chOff x="0" y="0"/>
          <a:chExt cx="0" cy="0"/>
        </a:xfrm>
      </p:grpSpPr>
      <p:sp>
        <p:nvSpPr>
          <p:cNvPr id="35" name="Google Shape;35;p7"/>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7"/>
          <p:cNvSpPr txBox="1"/>
          <p:nvPr>
            <p:ph idx="1" type="body"/>
          </p:nvPr>
        </p:nvSpPr>
        <p:spPr>
          <a:xfrm>
            <a:off x="3021303" y="2331244"/>
            <a:ext cx="4887191" cy="2231231"/>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SzPts val="2100"/>
              <a:buNone/>
              <a:defRPr/>
            </a:lvl1pPr>
            <a:lvl2pPr indent="-317500" lvl="1" marL="914400" algn="l">
              <a:lnSpc>
                <a:spcPct val="100000"/>
              </a:lnSpc>
              <a:spcBef>
                <a:spcPts val="400"/>
              </a:spcBef>
              <a:spcAft>
                <a:spcPts val="0"/>
              </a:spcAft>
              <a:buSzPts val="1400"/>
              <a:buChar char="•"/>
              <a:defRPr/>
            </a:lvl2pPr>
            <a:lvl3pPr indent="-317500" lvl="2" marL="1371600" algn="l">
              <a:lnSpc>
                <a:spcPct val="100000"/>
              </a:lnSpc>
              <a:spcBef>
                <a:spcPts val="40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7"/>
          <p:cNvSpPr txBox="1"/>
          <p:nvPr>
            <p:ph type="title"/>
          </p:nvPr>
        </p:nvSpPr>
        <p:spPr>
          <a:xfrm>
            <a:off x="3021303" y="1118970"/>
            <a:ext cx="4887191" cy="994172"/>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900"/>
              <a:buFont typeface="Montserrat"/>
              <a:buNone/>
              <a:defRPr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38" name="Google Shape;38;p7"/>
          <p:cNvCxnSpPr/>
          <p:nvPr/>
        </p:nvCxnSpPr>
        <p:spPr>
          <a:xfrm>
            <a:off x="3038289" y="2115557"/>
            <a:ext cx="4870205" cy="0"/>
          </a:xfrm>
          <a:prstGeom prst="straightConnector1">
            <a:avLst/>
          </a:prstGeom>
          <a:noFill/>
          <a:ln cap="flat" cmpd="sng" w="9525">
            <a:solidFill>
              <a:schemeClr val="dk1"/>
            </a:solidFill>
            <a:prstDash val="solid"/>
            <a:miter lim="800000"/>
            <a:headEnd len="sm" w="sm" type="none"/>
            <a:tailEnd len="sm" w="sm" type="none"/>
          </a:ln>
        </p:spPr>
      </p:cxnSp>
      <p:pic>
        <p:nvPicPr>
          <p:cNvPr id="39" name="Google Shape;39;p7" title="tibco_still_1_v04_alpha.png"/>
          <p:cNvPicPr preferRelativeResize="0"/>
          <p:nvPr/>
        </p:nvPicPr>
        <p:blipFill rotWithShape="1">
          <a:blip r:embed="rId2">
            <a:alphaModFix amt="15000"/>
          </a:blip>
          <a:srcRect b="0" l="0" r="-522" t="3809"/>
          <a:stretch/>
        </p:blipFill>
        <p:spPr>
          <a:xfrm rot="5400000">
            <a:off x="-1191250" y="1156475"/>
            <a:ext cx="5159400" cy="2777100"/>
          </a:xfrm>
          <a:prstGeom prst="roundRect">
            <a:avLst>
              <a:gd fmla="val 0" name="adj"/>
            </a:avLst>
          </a:prstGeom>
          <a:noFill/>
          <a:ln>
            <a:noFill/>
          </a:ln>
        </p:spPr>
      </p:pic>
      <p:pic>
        <p:nvPicPr>
          <p:cNvPr id="40" name="Google Shape;40;p7" title="tibco_still_1_v04_alpha.png"/>
          <p:cNvPicPr preferRelativeResize="0"/>
          <p:nvPr/>
        </p:nvPicPr>
        <p:blipFill rotWithShape="1">
          <a:blip r:embed="rId2">
            <a:alphaModFix amt="15000"/>
          </a:blip>
          <a:srcRect b="0" l="-3562" r="37223" t="-38888"/>
          <a:stretch/>
        </p:blipFill>
        <p:spPr>
          <a:xfrm>
            <a:off x="7394400" y="3082975"/>
            <a:ext cx="1749600" cy="2060400"/>
          </a:xfrm>
          <a:prstGeom prst="roundRect">
            <a:avLst>
              <a:gd fmla="val 0" name="adj"/>
            </a:avLst>
          </a:prstGeom>
          <a:noFill/>
          <a:ln>
            <a:noFill/>
          </a:ln>
        </p:spPr>
      </p:pic>
      <p:pic>
        <p:nvPicPr>
          <p:cNvPr id="41" name="Google Shape;41;p7"/>
          <p:cNvPicPr preferRelativeResize="0"/>
          <p:nvPr/>
        </p:nvPicPr>
        <p:blipFill rotWithShape="1">
          <a:blip r:embed="rId3">
            <a:alphaModFix amt="65000"/>
          </a:blip>
          <a:srcRect b="0" l="69851" r="0" t="0"/>
          <a:stretch/>
        </p:blipFill>
        <p:spPr>
          <a:xfrm>
            <a:off x="8361250" y="156949"/>
            <a:ext cx="662000" cy="634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 name="Shape 42"/>
        <p:cNvGrpSpPr/>
        <p:nvPr/>
      </p:nvGrpSpPr>
      <p:grpSpPr>
        <a:xfrm>
          <a:off x="0" y="0"/>
          <a:ext cx="0" cy="0"/>
          <a:chOff x="0" y="0"/>
          <a:chExt cx="0" cy="0"/>
        </a:xfrm>
      </p:grpSpPr>
      <p:sp>
        <p:nvSpPr>
          <p:cNvPr id="43" name="Google Shape;43;p8"/>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8"/>
          <p:cNvSpPr txBox="1"/>
          <p:nvPr>
            <p:ph type="title"/>
          </p:nvPr>
        </p:nvSpPr>
        <p:spPr>
          <a:xfrm>
            <a:off x="589675" y="156948"/>
            <a:ext cx="7886700" cy="5193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45" name="Google Shape;45;p8"/>
          <p:cNvCxnSpPr/>
          <p:nvPr/>
        </p:nvCxnSpPr>
        <p:spPr>
          <a:xfrm>
            <a:off x="606670" y="625810"/>
            <a:ext cx="7869714" cy="0"/>
          </a:xfrm>
          <a:prstGeom prst="straightConnector1">
            <a:avLst/>
          </a:prstGeom>
          <a:noFill/>
          <a:ln cap="flat" cmpd="sng" w="9525">
            <a:solidFill>
              <a:schemeClr val="dk1"/>
            </a:solidFill>
            <a:prstDash val="solid"/>
            <a:miter lim="800000"/>
            <a:headEnd len="sm" w="sm" type="none"/>
            <a:tailEnd len="sm" w="sm" type="none"/>
          </a:ln>
        </p:spPr>
      </p:cxnSp>
      <p:pic>
        <p:nvPicPr>
          <p:cNvPr id="46" name="Google Shape;46;p8" title="tibco_still_3_v03_alpha.png"/>
          <p:cNvPicPr preferRelativeResize="0"/>
          <p:nvPr/>
        </p:nvPicPr>
        <p:blipFill rotWithShape="1">
          <a:blip r:embed="rId2">
            <a:alphaModFix amt="15000"/>
          </a:blip>
          <a:srcRect b="1343" l="0" r="1009" t="1294"/>
          <a:stretch/>
        </p:blipFill>
        <p:spPr>
          <a:xfrm>
            <a:off x="10375" y="1270550"/>
            <a:ext cx="5832900" cy="3227100"/>
          </a:xfrm>
          <a:prstGeom prst="roundRect">
            <a:avLst>
              <a:gd fmla="val 8108" name="adj"/>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Frame">
  <p:cSld name="Title Frame">
    <p:spTree>
      <p:nvGrpSpPr>
        <p:cNvPr id="47" name="Shape 47"/>
        <p:cNvGrpSpPr/>
        <p:nvPr/>
      </p:nvGrpSpPr>
      <p:grpSpPr>
        <a:xfrm>
          <a:off x="0" y="0"/>
          <a:ext cx="0" cy="0"/>
          <a:chOff x="0" y="0"/>
          <a:chExt cx="0" cy="0"/>
        </a:xfrm>
      </p:grpSpPr>
      <p:sp>
        <p:nvSpPr>
          <p:cNvPr id="48" name="Google Shape;48;p9"/>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9"/>
          <p:cNvSpPr txBox="1"/>
          <p:nvPr>
            <p:ph type="title"/>
          </p:nvPr>
        </p:nvSpPr>
        <p:spPr>
          <a:xfrm>
            <a:off x="589675" y="156948"/>
            <a:ext cx="7886700" cy="5310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2900"/>
              <a:buFont typeface="Montserrat"/>
              <a:buNone/>
              <a:defRPr>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 name="Google Shape;50;p9"/>
          <p:cNvSpPr/>
          <p:nvPr>
            <p:ph idx="2" type="pic"/>
          </p:nvPr>
        </p:nvSpPr>
        <p:spPr>
          <a:xfrm>
            <a:off x="124339" y="1483416"/>
            <a:ext cx="5168249" cy="2911240"/>
          </a:xfrm>
          <a:prstGeom prst="rect">
            <a:avLst/>
          </a:prstGeom>
          <a:noFill/>
          <a:ln>
            <a:noFill/>
          </a:ln>
        </p:spPr>
      </p:sp>
      <p:pic>
        <p:nvPicPr>
          <p:cNvPr id="51" name="Google Shape;51;p9"/>
          <p:cNvPicPr preferRelativeResize="0"/>
          <p:nvPr/>
        </p:nvPicPr>
        <p:blipFill rotWithShape="1">
          <a:blip r:embed="rId2">
            <a:alphaModFix/>
          </a:blip>
          <a:srcRect b="0" l="0" r="0" t="0"/>
          <a:stretch/>
        </p:blipFill>
        <p:spPr>
          <a:xfrm>
            <a:off x="-28281" y="1357823"/>
            <a:ext cx="5462500" cy="3726905"/>
          </a:xfrm>
          <a:prstGeom prst="rect">
            <a:avLst/>
          </a:prstGeom>
          <a:noFill/>
          <a:ln>
            <a:noFill/>
          </a:ln>
          <a:effectLst>
            <a:reflection blurRad="0" dir="0" dist="0" endA="300" endPos="10036" kx="0" rotWithShape="0" algn="bl" stA="52000" stPos="0" sy="-100000" ky="0"/>
          </a:effectLst>
        </p:spPr>
      </p:pic>
      <p:sp>
        <p:nvSpPr>
          <p:cNvPr id="52" name="Google Shape;52;p9"/>
          <p:cNvSpPr txBox="1"/>
          <p:nvPr>
            <p:ph idx="1" type="body"/>
          </p:nvPr>
        </p:nvSpPr>
        <p:spPr>
          <a:xfrm>
            <a:off x="6631290" y="1841617"/>
            <a:ext cx="1990660"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61666"/>
              </a:lnSpc>
              <a:spcBef>
                <a:spcPts val="800"/>
              </a:spcBef>
              <a:spcAft>
                <a:spcPts val="0"/>
              </a:spcAft>
              <a:buSzPts val="900"/>
              <a:buNone/>
              <a:defRPr sz="9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9"/>
          <p:cNvSpPr txBox="1"/>
          <p:nvPr>
            <p:ph idx="3" type="body"/>
          </p:nvPr>
        </p:nvSpPr>
        <p:spPr>
          <a:xfrm>
            <a:off x="6631290" y="2781252"/>
            <a:ext cx="1990660"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61666"/>
              </a:lnSpc>
              <a:spcBef>
                <a:spcPts val="800"/>
              </a:spcBef>
              <a:spcAft>
                <a:spcPts val="0"/>
              </a:spcAft>
              <a:buSzPts val="900"/>
              <a:buNone/>
              <a:defRPr sz="9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9"/>
          <p:cNvSpPr txBox="1"/>
          <p:nvPr>
            <p:ph idx="4" type="body"/>
          </p:nvPr>
        </p:nvSpPr>
        <p:spPr>
          <a:xfrm>
            <a:off x="6631290" y="3720887"/>
            <a:ext cx="1990660"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61666"/>
              </a:lnSpc>
              <a:spcBef>
                <a:spcPts val="800"/>
              </a:spcBef>
              <a:spcAft>
                <a:spcPts val="0"/>
              </a:spcAft>
              <a:buSzPts val="900"/>
              <a:buNone/>
              <a:defRPr sz="9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9"/>
          <p:cNvSpPr txBox="1"/>
          <p:nvPr>
            <p:ph idx="5" type="body"/>
          </p:nvPr>
        </p:nvSpPr>
        <p:spPr>
          <a:xfrm>
            <a:off x="5856424" y="1910642"/>
            <a:ext cx="637154" cy="531019"/>
          </a:xfrm>
          <a:prstGeom prst="rect">
            <a:avLst/>
          </a:prstGeom>
          <a:noFill/>
          <a:ln>
            <a:noFill/>
          </a:ln>
        </p:spPr>
        <p:txBody>
          <a:bodyPr anchorCtr="0" anchor="ctr" bIns="34275" lIns="68575" spcFirstLastPara="1" rIns="68575" wrap="square" tIns="34275">
            <a:normAutofit/>
          </a:bodyPr>
          <a:lstStyle>
            <a:lvl1pPr indent="-228600" lvl="0" marL="457200" algn="l">
              <a:lnSpc>
                <a:spcPct val="48500"/>
              </a:lnSpc>
              <a:spcBef>
                <a:spcPts val="800"/>
              </a:spcBef>
              <a:spcAft>
                <a:spcPts val="0"/>
              </a:spcAft>
              <a:buSzPts val="3000"/>
              <a:buNone/>
              <a:defRPr sz="30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9"/>
          <p:cNvSpPr txBox="1"/>
          <p:nvPr>
            <p:ph idx="6" type="body"/>
          </p:nvPr>
        </p:nvSpPr>
        <p:spPr>
          <a:xfrm>
            <a:off x="5856424" y="2850277"/>
            <a:ext cx="637154" cy="531019"/>
          </a:xfrm>
          <a:prstGeom prst="rect">
            <a:avLst/>
          </a:prstGeom>
          <a:noFill/>
          <a:ln>
            <a:noFill/>
          </a:ln>
        </p:spPr>
        <p:txBody>
          <a:bodyPr anchorCtr="0" anchor="ctr" bIns="34275" lIns="68575" spcFirstLastPara="1" rIns="68575" wrap="square" tIns="34275">
            <a:normAutofit/>
          </a:bodyPr>
          <a:lstStyle>
            <a:lvl1pPr indent="-228600" lvl="0" marL="457200" algn="l">
              <a:lnSpc>
                <a:spcPct val="48500"/>
              </a:lnSpc>
              <a:spcBef>
                <a:spcPts val="800"/>
              </a:spcBef>
              <a:spcAft>
                <a:spcPts val="0"/>
              </a:spcAft>
              <a:buSzPts val="3000"/>
              <a:buNone/>
              <a:defRPr sz="30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9"/>
          <p:cNvSpPr txBox="1"/>
          <p:nvPr>
            <p:ph idx="7" type="body"/>
          </p:nvPr>
        </p:nvSpPr>
        <p:spPr>
          <a:xfrm>
            <a:off x="5856424" y="3789911"/>
            <a:ext cx="637154" cy="531019"/>
          </a:xfrm>
          <a:prstGeom prst="rect">
            <a:avLst/>
          </a:prstGeom>
          <a:noFill/>
          <a:ln>
            <a:noFill/>
          </a:ln>
        </p:spPr>
        <p:txBody>
          <a:bodyPr anchorCtr="0" anchor="ctr" bIns="34275" lIns="68575" spcFirstLastPara="1" rIns="68575" wrap="square" tIns="34275">
            <a:normAutofit/>
          </a:bodyPr>
          <a:lstStyle>
            <a:lvl1pPr indent="-228600" lvl="0" marL="457200" algn="l">
              <a:lnSpc>
                <a:spcPct val="48500"/>
              </a:lnSpc>
              <a:spcBef>
                <a:spcPts val="800"/>
              </a:spcBef>
              <a:spcAft>
                <a:spcPts val="0"/>
              </a:spcAft>
              <a:buSzPts val="3000"/>
              <a:buNone/>
              <a:defRPr sz="30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58" name="Google Shape;58;p9"/>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ogo)">
  <p:cSld name="Title Only (Logo)">
    <p:bg>
      <p:bgPr>
        <a:solidFill>
          <a:srgbClr val="E3F1FF"/>
        </a:solidFill>
      </p:bgPr>
    </p:bg>
    <p:spTree>
      <p:nvGrpSpPr>
        <p:cNvPr id="59" name="Shape 59"/>
        <p:cNvGrpSpPr/>
        <p:nvPr/>
      </p:nvGrpSpPr>
      <p:grpSpPr>
        <a:xfrm>
          <a:off x="0" y="0"/>
          <a:ext cx="0" cy="0"/>
          <a:chOff x="0" y="0"/>
          <a:chExt cx="0" cy="0"/>
        </a:xfrm>
      </p:grpSpPr>
      <p:sp>
        <p:nvSpPr>
          <p:cNvPr id="60" name="Google Shape;60;p10"/>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0"/>
          <p:cNvSpPr txBox="1"/>
          <p:nvPr>
            <p:ph type="title"/>
          </p:nvPr>
        </p:nvSpPr>
        <p:spPr>
          <a:xfrm>
            <a:off x="589675" y="156948"/>
            <a:ext cx="7886700" cy="5193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300"/>
              <a:buFont typeface="Nata Sans"/>
              <a:buNone/>
              <a:defRPr sz="2800">
                <a:latin typeface="Nata Sans"/>
                <a:ea typeface="Nata Sans"/>
                <a:cs typeface="Nata Sans"/>
                <a:sym typeface="Nata Sans"/>
              </a:defRPr>
            </a:lvl1pPr>
            <a:lvl2pPr lvl="1" algn="l">
              <a:lnSpc>
                <a:spcPct val="100000"/>
              </a:lnSpc>
              <a:spcBef>
                <a:spcPts val="0"/>
              </a:spcBef>
              <a:spcAft>
                <a:spcPts val="0"/>
              </a:spcAft>
              <a:buSzPts val="1100"/>
              <a:buFont typeface="Nata Sans"/>
              <a:buNone/>
              <a:defRPr>
                <a:latin typeface="Nata Sans"/>
                <a:ea typeface="Nata Sans"/>
                <a:cs typeface="Nata Sans"/>
                <a:sym typeface="Nata Sans"/>
              </a:defRPr>
            </a:lvl2pPr>
            <a:lvl3pPr lvl="2" algn="l">
              <a:lnSpc>
                <a:spcPct val="100000"/>
              </a:lnSpc>
              <a:spcBef>
                <a:spcPts val="0"/>
              </a:spcBef>
              <a:spcAft>
                <a:spcPts val="0"/>
              </a:spcAft>
              <a:buSzPts val="1100"/>
              <a:buFont typeface="Nata Sans"/>
              <a:buNone/>
              <a:defRPr>
                <a:latin typeface="Nata Sans"/>
                <a:ea typeface="Nata Sans"/>
                <a:cs typeface="Nata Sans"/>
                <a:sym typeface="Nata Sans"/>
              </a:defRPr>
            </a:lvl3pPr>
            <a:lvl4pPr lvl="3" algn="l">
              <a:lnSpc>
                <a:spcPct val="100000"/>
              </a:lnSpc>
              <a:spcBef>
                <a:spcPts val="0"/>
              </a:spcBef>
              <a:spcAft>
                <a:spcPts val="0"/>
              </a:spcAft>
              <a:buSzPts val="1100"/>
              <a:buFont typeface="Nata Sans"/>
              <a:buNone/>
              <a:defRPr>
                <a:latin typeface="Nata Sans"/>
                <a:ea typeface="Nata Sans"/>
                <a:cs typeface="Nata Sans"/>
                <a:sym typeface="Nata Sans"/>
              </a:defRPr>
            </a:lvl4pPr>
            <a:lvl5pPr lvl="4" algn="l">
              <a:lnSpc>
                <a:spcPct val="100000"/>
              </a:lnSpc>
              <a:spcBef>
                <a:spcPts val="0"/>
              </a:spcBef>
              <a:spcAft>
                <a:spcPts val="0"/>
              </a:spcAft>
              <a:buSzPts val="1100"/>
              <a:buFont typeface="Nata Sans"/>
              <a:buNone/>
              <a:defRPr>
                <a:latin typeface="Nata Sans"/>
                <a:ea typeface="Nata Sans"/>
                <a:cs typeface="Nata Sans"/>
                <a:sym typeface="Nata Sans"/>
              </a:defRPr>
            </a:lvl5pPr>
            <a:lvl6pPr lvl="5" algn="l">
              <a:lnSpc>
                <a:spcPct val="100000"/>
              </a:lnSpc>
              <a:spcBef>
                <a:spcPts val="0"/>
              </a:spcBef>
              <a:spcAft>
                <a:spcPts val="0"/>
              </a:spcAft>
              <a:buSzPts val="1100"/>
              <a:buFont typeface="Nata Sans"/>
              <a:buNone/>
              <a:defRPr>
                <a:latin typeface="Nata Sans"/>
                <a:ea typeface="Nata Sans"/>
                <a:cs typeface="Nata Sans"/>
                <a:sym typeface="Nata Sans"/>
              </a:defRPr>
            </a:lvl6pPr>
            <a:lvl7pPr lvl="6" algn="l">
              <a:lnSpc>
                <a:spcPct val="100000"/>
              </a:lnSpc>
              <a:spcBef>
                <a:spcPts val="0"/>
              </a:spcBef>
              <a:spcAft>
                <a:spcPts val="0"/>
              </a:spcAft>
              <a:buSzPts val="1100"/>
              <a:buFont typeface="Nata Sans"/>
              <a:buNone/>
              <a:defRPr>
                <a:latin typeface="Nata Sans"/>
                <a:ea typeface="Nata Sans"/>
                <a:cs typeface="Nata Sans"/>
                <a:sym typeface="Nata Sans"/>
              </a:defRPr>
            </a:lvl7pPr>
            <a:lvl8pPr lvl="7" algn="l">
              <a:lnSpc>
                <a:spcPct val="100000"/>
              </a:lnSpc>
              <a:spcBef>
                <a:spcPts val="0"/>
              </a:spcBef>
              <a:spcAft>
                <a:spcPts val="0"/>
              </a:spcAft>
              <a:buSzPts val="1100"/>
              <a:buFont typeface="Nata Sans"/>
              <a:buNone/>
              <a:defRPr>
                <a:latin typeface="Nata Sans"/>
                <a:ea typeface="Nata Sans"/>
                <a:cs typeface="Nata Sans"/>
                <a:sym typeface="Nata Sans"/>
              </a:defRPr>
            </a:lvl8pPr>
            <a:lvl9pPr lvl="8" algn="l">
              <a:lnSpc>
                <a:spcPct val="100000"/>
              </a:lnSpc>
              <a:spcBef>
                <a:spcPts val="0"/>
              </a:spcBef>
              <a:spcAft>
                <a:spcPts val="0"/>
              </a:spcAft>
              <a:buSzPts val="1100"/>
              <a:buFont typeface="Nata Sans"/>
              <a:buNone/>
              <a:defRPr>
                <a:latin typeface="Nata Sans"/>
                <a:ea typeface="Nata Sans"/>
                <a:cs typeface="Nata Sans"/>
                <a:sym typeface="Nata Sans"/>
              </a:defRPr>
            </a:lvl9pPr>
          </a:lstStyle>
          <a:p/>
        </p:txBody>
      </p:sp>
      <p:cxnSp>
        <p:nvCxnSpPr>
          <p:cNvPr id="62" name="Google Shape;62;p10"/>
          <p:cNvCxnSpPr/>
          <p:nvPr/>
        </p:nvCxnSpPr>
        <p:spPr>
          <a:xfrm>
            <a:off x="606670" y="625810"/>
            <a:ext cx="7442700" cy="0"/>
          </a:xfrm>
          <a:prstGeom prst="straightConnector1">
            <a:avLst/>
          </a:prstGeom>
          <a:noFill/>
          <a:ln cap="flat" cmpd="sng" w="9525">
            <a:solidFill>
              <a:schemeClr val="dk1"/>
            </a:solidFill>
            <a:prstDash val="solid"/>
            <a:miter lim="800000"/>
            <a:headEnd len="sm" w="sm" type="none"/>
            <a:tailEnd len="sm" w="sm" type="none"/>
          </a:ln>
        </p:spPr>
      </p:cxnSp>
      <p:pic>
        <p:nvPicPr>
          <p:cNvPr id="63" name="Google Shape;63;p10"/>
          <p:cNvPicPr preferRelativeResize="0"/>
          <p:nvPr/>
        </p:nvPicPr>
        <p:blipFill rotWithShape="1">
          <a:blip r:embed="rId2">
            <a:alphaModFix amt="65000"/>
          </a:blip>
          <a:srcRect b="0" l="69851" r="0" t="0"/>
          <a:stretch/>
        </p:blipFill>
        <p:spPr>
          <a:xfrm>
            <a:off x="8361250" y="156949"/>
            <a:ext cx="662000" cy="634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4" name="Shape 64"/>
        <p:cNvGrpSpPr/>
        <p:nvPr/>
      </p:nvGrpSpPr>
      <p:grpSpPr>
        <a:xfrm>
          <a:off x="0" y="0"/>
          <a:ext cx="0" cy="0"/>
          <a:chOff x="0" y="0"/>
          <a:chExt cx="0" cy="0"/>
        </a:xfrm>
      </p:grpSpPr>
      <p:sp>
        <p:nvSpPr>
          <p:cNvPr id="65" name="Google Shape;65;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6" name="Google Shape;66;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7" name="Google Shape;6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ine Title Only">
  <p:cSld name="2 Line Title Only">
    <p:spTree>
      <p:nvGrpSpPr>
        <p:cNvPr id="68" name="Shape 68"/>
        <p:cNvGrpSpPr/>
        <p:nvPr/>
      </p:nvGrpSpPr>
      <p:grpSpPr>
        <a:xfrm>
          <a:off x="0" y="0"/>
          <a:ext cx="0" cy="0"/>
          <a:chOff x="0" y="0"/>
          <a:chExt cx="0" cy="0"/>
        </a:xfrm>
      </p:grpSpPr>
      <p:sp>
        <p:nvSpPr>
          <p:cNvPr id="69" name="Google Shape;69;p12"/>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2"/>
          <p:cNvSpPr txBox="1"/>
          <p:nvPr>
            <p:ph type="title"/>
          </p:nvPr>
        </p:nvSpPr>
        <p:spPr>
          <a:xfrm>
            <a:off x="589675" y="156947"/>
            <a:ext cx="7886700" cy="4467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2800"/>
              <a:buFont typeface="Nata Sans"/>
              <a:buNone/>
              <a:defRPr sz="2800">
                <a:latin typeface="Nata Sans"/>
                <a:ea typeface="Nata Sans"/>
                <a:cs typeface="Nata Sans"/>
                <a:sym typeface="Nata Sans"/>
              </a:defRPr>
            </a:lvl1pPr>
            <a:lvl2pPr lvl="1" algn="l">
              <a:lnSpc>
                <a:spcPct val="100000"/>
              </a:lnSpc>
              <a:spcBef>
                <a:spcPts val="0"/>
              </a:spcBef>
              <a:spcAft>
                <a:spcPts val="0"/>
              </a:spcAft>
              <a:buSzPts val="2800"/>
              <a:buFont typeface="Nata Sans"/>
              <a:buNone/>
              <a:defRPr sz="2800">
                <a:latin typeface="Nata Sans"/>
                <a:ea typeface="Nata Sans"/>
                <a:cs typeface="Nata Sans"/>
                <a:sym typeface="Nata Sans"/>
              </a:defRPr>
            </a:lvl2pPr>
            <a:lvl3pPr lvl="2" algn="l">
              <a:lnSpc>
                <a:spcPct val="100000"/>
              </a:lnSpc>
              <a:spcBef>
                <a:spcPts val="0"/>
              </a:spcBef>
              <a:spcAft>
                <a:spcPts val="0"/>
              </a:spcAft>
              <a:buSzPts val="2800"/>
              <a:buFont typeface="Nata Sans"/>
              <a:buNone/>
              <a:defRPr sz="2800">
                <a:latin typeface="Nata Sans"/>
                <a:ea typeface="Nata Sans"/>
                <a:cs typeface="Nata Sans"/>
                <a:sym typeface="Nata Sans"/>
              </a:defRPr>
            </a:lvl3pPr>
            <a:lvl4pPr lvl="3" algn="l">
              <a:lnSpc>
                <a:spcPct val="100000"/>
              </a:lnSpc>
              <a:spcBef>
                <a:spcPts val="0"/>
              </a:spcBef>
              <a:spcAft>
                <a:spcPts val="0"/>
              </a:spcAft>
              <a:buSzPts val="2800"/>
              <a:buFont typeface="Nata Sans"/>
              <a:buNone/>
              <a:defRPr sz="2800">
                <a:latin typeface="Nata Sans"/>
                <a:ea typeface="Nata Sans"/>
                <a:cs typeface="Nata Sans"/>
                <a:sym typeface="Nata Sans"/>
              </a:defRPr>
            </a:lvl4pPr>
            <a:lvl5pPr lvl="4" algn="l">
              <a:lnSpc>
                <a:spcPct val="100000"/>
              </a:lnSpc>
              <a:spcBef>
                <a:spcPts val="0"/>
              </a:spcBef>
              <a:spcAft>
                <a:spcPts val="0"/>
              </a:spcAft>
              <a:buSzPts val="2800"/>
              <a:buFont typeface="Nata Sans"/>
              <a:buNone/>
              <a:defRPr sz="2800">
                <a:latin typeface="Nata Sans"/>
                <a:ea typeface="Nata Sans"/>
                <a:cs typeface="Nata Sans"/>
                <a:sym typeface="Nata Sans"/>
              </a:defRPr>
            </a:lvl5pPr>
            <a:lvl6pPr lvl="5" algn="l">
              <a:lnSpc>
                <a:spcPct val="100000"/>
              </a:lnSpc>
              <a:spcBef>
                <a:spcPts val="0"/>
              </a:spcBef>
              <a:spcAft>
                <a:spcPts val="0"/>
              </a:spcAft>
              <a:buSzPts val="2800"/>
              <a:buFont typeface="Nata Sans"/>
              <a:buNone/>
              <a:defRPr sz="2800">
                <a:latin typeface="Nata Sans"/>
                <a:ea typeface="Nata Sans"/>
                <a:cs typeface="Nata Sans"/>
                <a:sym typeface="Nata Sans"/>
              </a:defRPr>
            </a:lvl6pPr>
            <a:lvl7pPr lvl="6" algn="l">
              <a:lnSpc>
                <a:spcPct val="100000"/>
              </a:lnSpc>
              <a:spcBef>
                <a:spcPts val="0"/>
              </a:spcBef>
              <a:spcAft>
                <a:spcPts val="0"/>
              </a:spcAft>
              <a:buSzPts val="2800"/>
              <a:buFont typeface="Nata Sans"/>
              <a:buNone/>
              <a:defRPr sz="2800">
                <a:latin typeface="Nata Sans"/>
                <a:ea typeface="Nata Sans"/>
                <a:cs typeface="Nata Sans"/>
                <a:sym typeface="Nata Sans"/>
              </a:defRPr>
            </a:lvl7pPr>
            <a:lvl8pPr lvl="7" algn="l">
              <a:lnSpc>
                <a:spcPct val="100000"/>
              </a:lnSpc>
              <a:spcBef>
                <a:spcPts val="0"/>
              </a:spcBef>
              <a:spcAft>
                <a:spcPts val="0"/>
              </a:spcAft>
              <a:buSzPts val="2800"/>
              <a:buFont typeface="Nata Sans"/>
              <a:buNone/>
              <a:defRPr sz="2800">
                <a:latin typeface="Nata Sans"/>
                <a:ea typeface="Nata Sans"/>
                <a:cs typeface="Nata Sans"/>
                <a:sym typeface="Nata Sans"/>
              </a:defRPr>
            </a:lvl8pPr>
            <a:lvl9pPr lvl="8" algn="l">
              <a:lnSpc>
                <a:spcPct val="100000"/>
              </a:lnSpc>
              <a:spcBef>
                <a:spcPts val="0"/>
              </a:spcBef>
              <a:spcAft>
                <a:spcPts val="0"/>
              </a:spcAft>
              <a:buSzPts val="2800"/>
              <a:buFont typeface="Nata Sans"/>
              <a:buNone/>
              <a:defRPr sz="2800">
                <a:latin typeface="Nata Sans"/>
                <a:ea typeface="Nata Sans"/>
                <a:cs typeface="Nata Sans"/>
                <a:sym typeface="Nata Sans"/>
              </a:defRPr>
            </a:lvl9pPr>
          </a:lstStyle>
          <a:p/>
        </p:txBody>
      </p:sp>
      <p:cxnSp>
        <p:nvCxnSpPr>
          <p:cNvPr id="71" name="Google Shape;71;p12"/>
          <p:cNvCxnSpPr/>
          <p:nvPr/>
        </p:nvCxnSpPr>
        <p:spPr>
          <a:xfrm>
            <a:off x="589670" y="603646"/>
            <a:ext cx="81066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spTree>
      <p:nvGrpSpPr>
        <p:cNvPr id="72" name="Shape 72"/>
        <p:cNvGrpSpPr/>
        <p:nvPr/>
      </p:nvGrpSpPr>
      <p:grpSpPr>
        <a:xfrm>
          <a:off x="0" y="0"/>
          <a:ext cx="0" cy="0"/>
          <a:chOff x="0" y="0"/>
          <a:chExt cx="0" cy="0"/>
        </a:xfrm>
      </p:grpSpPr>
      <p:sp>
        <p:nvSpPr>
          <p:cNvPr id="73" name="Google Shape;73;p13"/>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3"/>
          <p:cNvSpPr/>
          <p:nvPr/>
        </p:nvSpPr>
        <p:spPr>
          <a:xfrm>
            <a:off x="0" y="0"/>
            <a:ext cx="9144000" cy="5143500"/>
          </a:xfrm>
          <a:prstGeom prst="rect">
            <a:avLst/>
          </a:prstGeom>
          <a:solidFill>
            <a:srgbClr val="26313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pic>
        <p:nvPicPr>
          <p:cNvPr id="75" name="Google Shape;75;p13"/>
          <p:cNvPicPr preferRelativeResize="0"/>
          <p:nvPr/>
        </p:nvPicPr>
        <p:blipFill rotWithShape="1">
          <a:blip r:embed="rId2">
            <a:alphaModFix/>
          </a:blip>
          <a:srcRect b="43733" l="18465" r="0" t="0"/>
          <a:stretch/>
        </p:blipFill>
        <p:spPr>
          <a:xfrm>
            <a:off x="0" y="1070897"/>
            <a:ext cx="5901547" cy="4072603"/>
          </a:xfrm>
          <a:prstGeom prst="rect">
            <a:avLst/>
          </a:prstGeom>
          <a:noFill/>
          <a:ln>
            <a:noFill/>
          </a:ln>
        </p:spPr>
      </p:pic>
      <p:pic>
        <p:nvPicPr>
          <p:cNvPr id="76" name="Google Shape;76;p13"/>
          <p:cNvPicPr preferRelativeResize="0"/>
          <p:nvPr/>
        </p:nvPicPr>
        <p:blipFill rotWithShape="1">
          <a:blip r:embed="rId3">
            <a:alphaModFix/>
          </a:blip>
          <a:srcRect b="0" l="0" r="35622" t="11797"/>
          <a:stretch/>
        </p:blipFill>
        <p:spPr>
          <a:xfrm>
            <a:off x="6200629" y="-2"/>
            <a:ext cx="2943371" cy="4032617"/>
          </a:xfrm>
          <a:prstGeom prst="rect">
            <a:avLst/>
          </a:prstGeom>
          <a:noFill/>
          <a:ln>
            <a:noFill/>
          </a:ln>
        </p:spPr>
      </p:pic>
      <p:sp>
        <p:nvSpPr>
          <p:cNvPr id="77" name="Google Shape;77;p13"/>
          <p:cNvSpPr txBox="1"/>
          <p:nvPr>
            <p:ph idx="1" type="body"/>
          </p:nvPr>
        </p:nvSpPr>
        <p:spPr>
          <a:xfrm>
            <a:off x="2714625" y="3864908"/>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sz="1100">
                <a:solidFill>
                  <a:schemeClr val="lt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3"/>
          <p:cNvSpPr txBox="1"/>
          <p:nvPr>
            <p:ph idx="2" type="body"/>
          </p:nvPr>
        </p:nvSpPr>
        <p:spPr>
          <a:xfrm>
            <a:off x="2714625" y="4291787"/>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i="1" sz="1100">
                <a:solidFill>
                  <a:schemeClr val="lt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3"/>
          <p:cNvSpPr txBox="1"/>
          <p:nvPr>
            <p:ph type="title"/>
          </p:nvPr>
        </p:nvSpPr>
        <p:spPr>
          <a:xfrm>
            <a:off x="2714625" y="2206652"/>
            <a:ext cx="4562924" cy="645262"/>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lt1"/>
              </a:buClr>
              <a:buSzPts val="1800"/>
              <a:buFont typeface="Montserrat"/>
              <a:buNone/>
              <a:defRPr sz="18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3"/>
          <p:cNvSpPr txBox="1"/>
          <p:nvPr>
            <p:ph idx="3" type="body"/>
          </p:nvPr>
        </p:nvSpPr>
        <p:spPr>
          <a:xfrm>
            <a:off x="2714625" y="3577445"/>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sz="1100">
                <a:solidFill>
                  <a:schemeClr val="lt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3"/>
          <p:cNvSpPr txBox="1"/>
          <p:nvPr>
            <p:ph idx="4" type="body"/>
          </p:nvPr>
        </p:nvSpPr>
        <p:spPr>
          <a:xfrm>
            <a:off x="2714625" y="3262373"/>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sz="1400">
                <a:solidFill>
                  <a:schemeClr val="lt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82" name="Google Shape;82;p13"/>
          <p:cNvPicPr preferRelativeResize="0"/>
          <p:nvPr/>
        </p:nvPicPr>
        <p:blipFill rotWithShape="1">
          <a:blip r:embed="rId4">
            <a:alphaModFix/>
          </a:blip>
          <a:srcRect b="0" l="0" r="0" t="0"/>
          <a:stretch/>
        </p:blipFill>
        <p:spPr>
          <a:xfrm>
            <a:off x="2633677" y="1447426"/>
            <a:ext cx="1743114" cy="61194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 Page Light">
    <p:spTree>
      <p:nvGrpSpPr>
        <p:cNvPr id="83" name="Shape 83"/>
        <p:cNvGrpSpPr/>
        <p:nvPr/>
      </p:nvGrpSpPr>
      <p:grpSpPr>
        <a:xfrm>
          <a:off x="0" y="0"/>
          <a:ext cx="0" cy="0"/>
          <a:chOff x="0" y="0"/>
          <a:chExt cx="0" cy="0"/>
        </a:xfrm>
      </p:grpSpPr>
      <p:sp>
        <p:nvSpPr>
          <p:cNvPr id="84" name="Google Shape;84;p14"/>
          <p:cNvSpPr txBox="1"/>
          <p:nvPr>
            <p:ph idx="1" type="body"/>
          </p:nvPr>
        </p:nvSpPr>
        <p:spPr>
          <a:xfrm>
            <a:off x="3032125" y="2836523"/>
            <a:ext cx="4011300" cy="251100"/>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sz="1400">
                <a:solidFill>
                  <a:schemeClr val="dk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4"/>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14"/>
          <p:cNvPicPr preferRelativeResize="0"/>
          <p:nvPr/>
        </p:nvPicPr>
        <p:blipFill rotWithShape="1">
          <a:blip r:embed="rId2">
            <a:alphaModFix/>
          </a:blip>
          <a:srcRect b="43733" l="18467" r="-2" t="0"/>
          <a:stretch/>
        </p:blipFill>
        <p:spPr>
          <a:xfrm>
            <a:off x="0" y="1070897"/>
            <a:ext cx="5901545" cy="4072605"/>
          </a:xfrm>
          <a:prstGeom prst="rect">
            <a:avLst/>
          </a:prstGeom>
          <a:noFill/>
          <a:ln>
            <a:noFill/>
          </a:ln>
        </p:spPr>
      </p:pic>
      <p:pic>
        <p:nvPicPr>
          <p:cNvPr id="87" name="Google Shape;87;p14"/>
          <p:cNvPicPr preferRelativeResize="0"/>
          <p:nvPr/>
        </p:nvPicPr>
        <p:blipFill rotWithShape="1">
          <a:blip r:embed="rId3">
            <a:alphaModFix/>
          </a:blip>
          <a:srcRect b="0" l="0" r="35622" t="11797"/>
          <a:stretch/>
        </p:blipFill>
        <p:spPr>
          <a:xfrm>
            <a:off x="6200629" y="-2"/>
            <a:ext cx="2943371" cy="4032617"/>
          </a:xfrm>
          <a:prstGeom prst="rect">
            <a:avLst/>
          </a:prstGeom>
          <a:noFill/>
          <a:ln>
            <a:noFill/>
          </a:ln>
        </p:spPr>
      </p:pic>
      <p:sp>
        <p:nvSpPr>
          <p:cNvPr id="88" name="Google Shape;88;p14"/>
          <p:cNvSpPr txBox="1"/>
          <p:nvPr>
            <p:ph idx="2" type="body"/>
          </p:nvPr>
        </p:nvSpPr>
        <p:spPr>
          <a:xfrm>
            <a:off x="2714625" y="3864908"/>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sz="1100">
                <a:solidFill>
                  <a:schemeClr val="dk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4"/>
          <p:cNvSpPr txBox="1"/>
          <p:nvPr>
            <p:ph idx="3" type="body"/>
          </p:nvPr>
        </p:nvSpPr>
        <p:spPr>
          <a:xfrm>
            <a:off x="2714625" y="4291787"/>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i="1" sz="1100">
                <a:solidFill>
                  <a:schemeClr val="dk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4"/>
          <p:cNvSpPr txBox="1"/>
          <p:nvPr>
            <p:ph type="title"/>
          </p:nvPr>
        </p:nvSpPr>
        <p:spPr>
          <a:xfrm>
            <a:off x="2714625" y="2206652"/>
            <a:ext cx="4562924" cy="645262"/>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dk1"/>
              </a:buClr>
              <a:buSzPts val="1800"/>
              <a:buFont typeface="Montserrat"/>
              <a:buNone/>
              <a:defRPr sz="18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4"/>
          <p:cNvSpPr txBox="1"/>
          <p:nvPr>
            <p:ph idx="4" type="body"/>
          </p:nvPr>
        </p:nvSpPr>
        <p:spPr>
          <a:xfrm>
            <a:off x="2714625" y="3577445"/>
            <a:ext cx="4011215" cy="25122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100"/>
              <a:buNone/>
              <a:defRPr sz="1100">
                <a:solidFill>
                  <a:schemeClr val="dk1"/>
                </a:solidFill>
              </a:defRPr>
            </a:lvl1pPr>
            <a:lvl2pPr indent="-228600" lvl="1" marL="914400" algn="l">
              <a:lnSpc>
                <a:spcPct val="100000"/>
              </a:lnSpc>
              <a:spcBef>
                <a:spcPts val="400"/>
              </a:spcBef>
              <a:spcAft>
                <a:spcPts val="0"/>
              </a:spcAft>
              <a:buSzPts val="800"/>
              <a:buNone/>
              <a:defRPr sz="800"/>
            </a:lvl2pPr>
            <a:lvl3pPr indent="-228600" lvl="2" marL="1371600" algn="l">
              <a:lnSpc>
                <a:spcPct val="100000"/>
              </a:lnSpc>
              <a:spcBef>
                <a:spcPts val="400"/>
              </a:spcBef>
              <a:spcAft>
                <a:spcPts val="0"/>
              </a:spcAft>
              <a:buSzPts val="800"/>
              <a:buNone/>
              <a:defRPr sz="800"/>
            </a:lvl3pPr>
            <a:lvl4pPr indent="-228600" lvl="3" marL="1828800" algn="l">
              <a:lnSpc>
                <a:spcPct val="100000"/>
              </a:lnSpc>
              <a:spcBef>
                <a:spcPts val="400"/>
              </a:spcBef>
              <a:spcAft>
                <a:spcPts val="0"/>
              </a:spcAft>
              <a:buSzPts val="800"/>
              <a:buNone/>
              <a:defRPr sz="800"/>
            </a:lvl4pPr>
            <a:lvl5pPr indent="-228600" lvl="4" marL="2286000" algn="l">
              <a:lnSpc>
                <a:spcPct val="100000"/>
              </a:lnSpc>
              <a:spcBef>
                <a:spcPts val="400"/>
              </a:spcBef>
              <a:spcAft>
                <a:spcPts val="0"/>
              </a:spcAft>
              <a:buSzPts val="800"/>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92" name="Google Shape;92;p14"/>
          <p:cNvPicPr preferRelativeResize="0"/>
          <p:nvPr/>
        </p:nvPicPr>
        <p:blipFill rotWithShape="1">
          <a:blip r:embed="rId4">
            <a:alphaModFix/>
          </a:blip>
          <a:srcRect b="0" l="0" r="0" t="0"/>
          <a:stretch/>
        </p:blipFill>
        <p:spPr>
          <a:xfrm>
            <a:off x="2633677" y="1447426"/>
            <a:ext cx="1743114" cy="61194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identiality Disclaimer">
  <p:cSld name="Confidentiality Disclaimer">
    <p:bg>
      <p:bgPr>
        <a:solidFill>
          <a:srgbClr val="F1F8FF"/>
        </a:solidFill>
      </p:bgPr>
    </p:bg>
    <p:spTree>
      <p:nvGrpSpPr>
        <p:cNvPr id="93" name="Shape 93"/>
        <p:cNvGrpSpPr/>
        <p:nvPr/>
      </p:nvGrpSpPr>
      <p:grpSpPr>
        <a:xfrm>
          <a:off x="0" y="0"/>
          <a:ext cx="0" cy="0"/>
          <a:chOff x="0" y="0"/>
          <a:chExt cx="0" cy="0"/>
        </a:xfrm>
      </p:grpSpPr>
      <p:sp>
        <p:nvSpPr>
          <p:cNvPr id="94" name="Google Shape;94;p15"/>
          <p:cNvSpPr/>
          <p:nvPr/>
        </p:nvSpPr>
        <p:spPr>
          <a:xfrm>
            <a:off x="639567" y="1380049"/>
            <a:ext cx="7798084" cy="2856215"/>
          </a:xfrm>
          <a:prstGeom prst="rect">
            <a:avLst/>
          </a:prstGeom>
          <a:noFill/>
          <a:ln>
            <a:noFill/>
          </a:ln>
        </p:spPr>
        <p:txBody>
          <a:bodyPr anchorCtr="0" anchor="t" bIns="28575" lIns="57150" spcFirstLastPara="1" rIns="57150" wrap="square" tIns="28575">
            <a:noAutofit/>
          </a:bodyPr>
          <a:lstStyle/>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chemeClr val="dk1"/>
                </a:solidFill>
                <a:latin typeface="Nata Sans"/>
                <a:ea typeface="Nata Sans"/>
                <a:cs typeface="Nata Sans"/>
                <a:sym typeface="Nata Sans"/>
              </a:rPr>
              <a:t>The information in this document is confidential information of Cloud Software Group, Inc. and/or its affiliates. Use, duplication, transmission, or republication for any purpose without the prior written consent of Cloud Software Group, Inc. is expressly prohibited.</a:t>
            </a:r>
            <a:endParaRPr b="0" i="0" sz="1100" u="none" cap="none" strike="noStrike">
              <a:solidFill>
                <a:srgbClr val="000000"/>
              </a:solidFill>
              <a:latin typeface="Nata Sans"/>
              <a:ea typeface="Nata Sans"/>
              <a:cs typeface="Nata Sans"/>
              <a:sym typeface="Nata Sans"/>
            </a:endParaRPr>
          </a:p>
          <a:p>
            <a:pPr indent="0" lvl="0" marL="0" marR="0" rtl="0" algn="l">
              <a:lnSpc>
                <a:spcPct val="115000"/>
              </a:lnSpc>
              <a:spcBef>
                <a:spcPts val="900"/>
              </a:spcBef>
              <a:spcAft>
                <a:spcPts val="0"/>
              </a:spcAft>
              <a:buClr>
                <a:srgbClr val="000000"/>
              </a:buClr>
              <a:buSzPts val="900"/>
              <a:buFont typeface="Arial"/>
              <a:buNone/>
            </a:pPr>
            <a:r>
              <a:rPr b="0" i="0" lang="en" sz="900" u="none" cap="none" strike="noStrike">
                <a:solidFill>
                  <a:schemeClr val="dk1"/>
                </a:solidFill>
                <a:latin typeface="Nata Sans"/>
                <a:ea typeface="Nata Sans"/>
                <a:cs typeface="Nata Sans"/>
                <a:sym typeface="Nata Sans"/>
              </a:rPr>
              <a:t>This document (including, without limitation, any product roadmap or statement of direction data) illustrates the planned testing, release and availability dates for Cloud Software Group, Inc. products and services. This document is provided for informational purposes only and its contents are subject to change without notice. Cloud Software Group, Inc. makes no warranties, express or implied, in or relating to this document or any information in it, including, without limitation, that this document, or any information in it, is error-free or meets any conditions of merchantability or fitness for a particular purpose.</a:t>
            </a:r>
            <a:endParaRPr b="0" i="0" sz="1100" u="none" cap="none" strike="noStrike">
              <a:solidFill>
                <a:srgbClr val="000000"/>
              </a:solidFill>
              <a:latin typeface="Nata Sans"/>
              <a:ea typeface="Nata Sans"/>
              <a:cs typeface="Nata Sans"/>
              <a:sym typeface="Nata Sans"/>
            </a:endParaRPr>
          </a:p>
          <a:p>
            <a:pPr indent="0" lvl="0" marL="0" marR="0" rtl="0" algn="l">
              <a:lnSpc>
                <a:spcPct val="115000"/>
              </a:lnSpc>
              <a:spcBef>
                <a:spcPts val="900"/>
              </a:spcBef>
              <a:spcAft>
                <a:spcPts val="0"/>
              </a:spcAft>
              <a:buClr>
                <a:srgbClr val="000000"/>
              </a:buClr>
              <a:buSzPts val="900"/>
              <a:buFont typeface="Arial"/>
              <a:buNone/>
            </a:pPr>
            <a:r>
              <a:rPr b="0" i="0" lang="en" sz="900" u="none" cap="none" strike="noStrike">
                <a:solidFill>
                  <a:schemeClr val="dk1"/>
                </a:solidFill>
                <a:latin typeface="Nata Sans"/>
                <a:ea typeface="Nata Sans"/>
                <a:cs typeface="Nata Sans"/>
                <a:sym typeface="Nata Sans"/>
              </a:rPr>
              <a:t>The material provided is for informational purposes only, and should not be relied on in making any purchasing or investment decision. The information is not a commitment, promise or legal obligation to deliver any material, code, or functionality. The development, release, and timing of any features or functionality described for our products remains at our sole discretion.</a:t>
            </a:r>
            <a:endParaRPr b="0" i="0" sz="1100" u="none" cap="none" strike="noStrike">
              <a:solidFill>
                <a:srgbClr val="000000"/>
              </a:solidFill>
              <a:latin typeface="Nata Sans"/>
              <a:ea typeface="Nata Sans"/>
              <a:cs typeface="Nata Sans"/>
              <a:sym typeface="Nata Sans"/>
            </a:endParaRPr>
          </a:p>
          <a:p>
            <a:pPr indent="0" lvl="0" marL="0" marR="0" rtl="0" algn="l">
              <a:lnSpc>
                <a:spcPct val="115000"/>
              </a:lnSpc>
              <a:spcBef>
                <a:spcPts val="900"/>
              </a:spcBef>
              <a:spcAft>
                <a:spcPts val="0"/>
              </a:spcAft>
              <a:buClr>
                <a:srgbClr val="000000"/>
              </a:buClr>
              <a:buSzPts val="900"/>
              <a:buFont typeface="Arial"/>
              <a:buNone/>
            </a:pPr>
            <a:r>
              <a:rPr b="0" i="0" lang="en" sz="900" u="none" cap="none" strike="noStrike">
                <a:solidFill>
                  <a:schemeClr val="dk1"/>
                </a:solidFill>
                <a:latin typeface="Nata Sans"/>
                <a:ea typeface="Nata Sans"/>
                <a:cs typeface="Nata Sans"/>
                <a:sym typeface="Nata Sans"/>
              </a:rPr>
              <a:t>During the course of this presentation, Cloud Software Group, Inc. or its representatives may make forward-looking statements regarding future events Cloud Software Group, Inc.’s future results or our future financial performance. These statements are based on management’s current expectations. Although we believe that the expectations reflected in the forward-looking statements contained in this presentation are reasonable, these expectations or any such forward-looking statements could prove to be incorrect and actual results or financial performance could differ materially from those stated herein. Cloud Software Group, Inc. does not undertake to update any forward-looking statement that may be made from time to time or on its behalf.</a:t>
            </a:r>
            <a:endParaRPr b="0" i="0" sz="1100" u="none" cap="none" strike="noStrike">
              <a:solidFill>
                <a:srgbClr val="000000"/>
              </a:solidFill>
              <a:latin typeface="Nata Sans"/>
              <a:ea typeface="Nata Sans"/>
              <a:cs typeface="Nata Sans"/>
              <a:sym typeface="Nata Sans"/>
            </a:endParaRPr>
          </a:p>
        </p:txBody>
      </p:sp>
      <p:sp>
        <p:nvSpPr>
          <p:cNvPr id="95" name="Google Shape;95;p15"/>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idx="11" type="ftr"/>
          </p:nvPr>
        </p:nvSpPr>
        <p:spPr>
          <a:xfrm>
            <a:off x="392376" y="4859699"/>
            <a:ext cx="190933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500" u="none" cap="none" strike="noStrike">
                <a:solidFill>
                  <a:srgbClr val="8A8D9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7" name="Google Shape;97;p15"/>
          <p:cNvSpPr txBox="1"/>
          <p:nvPr/>
        </p:nvSpPr>
        <p:spPr>
          <a:xfrm>
            <a:off x="589684" y="392729"/>
            <a:ext cx="6922800" cy="515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900"/>
              <a:buFont typeface="Arial"/>
              <a:buNone/>
            </a:pPr>
            <a:r>
              <a:rPr b="0" i="0" lang="en" sz="2900" u="none" cap="none" strike="noStrike">
                <a:solidFill>
                  <a:schemeClr val="dk1"/>
                </a:solidFill>
                <a:latin typeface="Nata Sans Medium"/>
                <a:ea typeface="Nata Sans Medium"/>
                <a:cs typeface="Nata Sans Medium"/>
                <a:sym typeface="Nata Sans Medium"/>
              </a:rPr>
              <a:t>Confidentiality &amp; Disclaimer </a:t>
            </a:r>
            <a:endParaRPr b="0" i="0" sz="1100" u="none" cap="none" strike="noStrike">
              <a:solidFill>
                <a:srgbClr val="000000"/>
              </a:solidFill>
              <a:latin typeface="Nata Sans Medium"/>
              <a:ea typeface="Nata Sans Medium"/>
              <a:cs typeface="Nata Sans Medium"/>
              <a:sym typeface="Nata Sans Medium"/>
            </a:endParaRPr>
          </a:p>
        </p:txBody>
      </p:sp>
      <p:cxnSp>
        <p:nvCxnSpPr>
          <p:cNvPr id="98" name="Google Shape;98;p15"/>
          <p:cNvCxnSpPr/>
          <p:nvPr/>
        </p:nvCxnSpPr>
        <p:spPr>
          <a:xfrm>
            <a:off x="606670" y="1057325"/>
            <a:ext cx="7830982" cy="0"/>
          </a:xfrm>
          <a:prstGeom prst="straightConnector1">
            <a:avLst/>
          </a:prstGeom>
          <a:noFill/>
          <a:ln cap="flat" cmpd="sng" w="9525">
            <a:solidFill>
              <a:schemeClr val="dk1"/>
            </a:solidFill>
            <a:prstDash val="solid"/>
            <a:miter lim="800000"/>
            <a:headEnd len="sm" w="sm" type="none"/>
            <a:tailEnd len="sm" w="sm" type="none"/>
          </a:ln>
        </p:spPr>
      </p:cxnSp>
      <p:sp>
        <p:nvSpPr>
          <p:cNvPr id="99" name="Google Shape;99;p15"/>
          <p:cNvSpPr txBox="1"/>
          <p:nvPr/>
        </p:nvSpPr>
        <p:spPr>
          <a:xfrm>
            <a:off x="392376" y="4859699"/>
            <a:ext cx="19092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8A8D90"/>
                </a:solidFill>
                <a:latin typeface="Montserrat"/>
                <a:ea typeface="Montserrat"/>
                <a:cs typeface="Montserrat"/>
                <a:sym typeface="Montserrat"/>
              </a:rPr>
              <a:t>© Copyright 2025 Cloud Software Group, Inc.</a:t>
            </a:r>
            <a:endParaRPr b="0" i="0" sz="500" u="none" cap="none" strike="noStrike">
              <a:solidFill>
                <a:srgbClr val="8A8D90"/>
              </a:solidFill>
              <a:latin typeface="Montserrat"/>
              <a:ea typeface="Montserrat"/>
              <a:cs typeface="Montserrat"/>
              <a:sym typeface="Montserrat"/>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dk1"/>
        </a:solidFill>
      </p:bgPr>
    </p:bg>
    <p:spTree>
      <p:nvGrpSpPr>
        <p:cNvPr id="100" name="Shape 100"/>
        <p:cNvGrpSpPr/>
        <p:nvPr/>
      </p:nvGrpSpPr>
      <p:grpSpPr>
        <a:xfrm>
          <a:off x="0" y="0"/>
          <a:ext cx="0" cy="0"/>
          <a:chOff x="0" y="0"/>
          <a:chExt cx="0" cy="0"/>
        </a:xfrm>
      </p:grpSpPr>
      <p:sp>
        <p:nvSpPr>
          <p:cNvPr id="101" name="Google Shape;101;p16"/>
          <p:cNvSpPr txBox="1"/>
          <p:nvPr/>
        </p:nvSpPr>
        <p:spPr>
          <a:xfrm>
            <a:off x="589684" y="117979"/>
            <a:ext cx="6922943" cy="507831"/>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900"/>
              <a:buFont typeface="Arial"/>
              <a:buNone/>
            </a:pPr>
            <a:r>
              <a:rPr b="0" i="0" lang="en" sz="2900" u="none" cap="none" strike="noStrike">
                <a:solidFill>
                  <a:schemeClr val="lt1"/>
                </a:solidFill>
                <a:latin typeface="Montserrat"/>
                <a:ea typeface="Montserrat"/>
                <a:cs typeface="Montserrat"/>
                <a:sym typeface="Montserrat"/>
              </a:rPr>
              <a:t>Agenda</a:t>
            </a:r>
            <a:endParaRPr b="0" i="0" sz="1100" u="none" cap="none" strike="noStrike">
              <a:solidFill>
                <a:srgbClr val="000000"/>
              </a:solidFill>
              <a:latin typeface="Arial"/>
              <a:ea typeface="Arial"/>
              <a:cs typeface="Arial"/>
              <a:sym typeface="Arial"/>
            </a:endParaRPr>
          </a:p>
        </p:txBody>
      </p:sp>
      <p:sp>
        <p:nvSpPr>
          <p:cNvPr id="102" name="Google Shape;102;p16"/>
          <p:cNvSpPr txBox="1"/>
          <p:nvPr>
            <p:ph idx="1" type="body"/>
          </p:nvPr>
        </p:nvSpPr>
        <p:spPr>
          <a:xfrm>
            <a:off x="561110" y="1103243"/>
            <a:ext cx="4010891" cy="3442326"/>
          </a:xfrm>
          <a:prstGeom prst="rect">
            <a:avLst/>
          </a:prstGeom>
          <a:noFill/>
          <a:ln>
            <a:noFill/>
          </a:ln>
        </p:spPr>
        <p:txBody>
          <a:bodyPr anchorCtr="0" anchor="t" bIns="34275" lIns="68575" spcFirstLastPara="1" rIns="68575" wrap="square" tIns="34275">
            <a:normAutofit/>
          </a:bodyPr>
          <a:lstStyle>
            <a:lvl1pPr indent="-336550" lvl="0" marL="457200" algn="l">
              <a:lnSpc>
                <a:spcPct val="100000"/>
              </a:lnSpc>
              <a:spcBef>
                <a:spcPts val="1100"/>
              </a:spcBef>
              <a:spcAft>
                <a:spcPts val="0"/>
              </a:spcAft>
              <a:buClr>
                <a:schemeClr val="lt1"/>
              </a:buClr>
              <a:buSzPts val="1700"/>
              <a:buFont typeface="Arial"/>
              <a:buChar char="•"/>
              <a:defRPr sz="1700">
                <a:solidFill>
                  <a:schemeClr val="lt1"/>
                </a:solidFill>
              </a:defRPr>
            </a:lvl1pPr>
            <a:lvl2pPr indent="-304800" lvl="1" marL="914400" algn="l">
              <a:lnSpc>
                <a:spcPct val="100000"/>
              </a:lnSpc>
              <a:spcBef>
                <a:spcPts val="1200"/>
              </a:spcBef>
              <a:spcAft>
                <a:spcPts val="0"/>
              </a:spcAft>
              <a:buClr>
                <a:schemeClr val="lt1"/>
              </a:buClr>
              <a:buSzPts val="1200"/>
              <a:buChar char="•"/>
              <a:defRPr sz="1200">
                <a:solidFill>
                  <a:schemeClr val="lt1"/>
                </a:solidFill>
              </a:defRPr>
            </a:lvl2pPr>
            <a:lvl3pPr indent="-317500" lvl="2" marL="1371600" algn="l">
              <a:lnSpc>
                <a:spcPct val="100000"/>
              </a:lnSpc>
              <a:spcBef>
                <a:spcPts val="120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03" name="Google Shape;103;p16"/>
          <p:cNvCxnSpPr/>
          <p:nvPr/>
        </p:nvCxnSpPr>
        <p:spPr>
          <a:xfrm>
            <a:off x="606670" y="625810"/>
            <a:ext cx="4325816" cy="0"/>
          </a:xfrm>
          <a:prstGeom prst="straightConnector1">
            <a:avLst/>
          </a:prstGeom>
          <a:noFill/>
          <a:ln cap="flat" cmpd="sng" w="9525">
            <a:solidFill>
              <a:schemeClr val="lt1"/>
            </a:solidFill>
            <a:prstDash val="solid"/>
            <a:miter lim="800000"/>
            <a:headEnd len="sm" w="sm" type="none"/>
            <a:tailEnd len="sm" w="sm" type="none"/>
          </a:ln>
        </p:spPr>
      </p:cxnSp>
      <p:pic>
        <p:nvPicPr>
          <p:cNvPr id="104" name="Google Shape;104;p16"/>
          <p:cNvPicPr preferRelativeResize="0"/>
          <p:nvPr/>
        </p:nvPicPr>
        <p:blipFill rotWithShape="1">
          <a:blip r:embed="rId2">
            <a:alphaModFix/>
          </a:blip>
          <a:srcRect b="13856" l="23070" r="39360" t="11321"/>
          <a:stretch/>
        </p:blipFill>
        <p:spPr>
          <a:xfrm>
            <a:off x="5270224" y="-2"/>
            <a:ext cx="3873776" cy="5143502"/>
          </a:xfrm>
          <a:prstGeom prst="rect">
            <a:avLst/>
          </a:prstGeom>
          <a:noFill/>
          <a:ln>
            <a:noFill/>
          </a:ln>
        </p:spPr>
      </p:pic>
      <p:sp>
        <p:nvSpPr>
          <p:cNvPr id="105" name="Google Shape;105;p16"/>
          <p:cNvSpPr/>
          <p:nvPr/>
        </p:nvSpPr>
        <p:spPr>
          <a:xfrm>
            <a:off x="5270224" y="0"/>
            <a:ext cx="3873776" cy="5143500"/>
          </a:xfrm>
          <a:prstGeom prst="rect">
            <a:avLst/>
          </a:prstGeom>
          <a:gradFill>
            <a:gsLst>
              <a:gs pos="0">
                <a:srgbClr val="3A8DDE">
                  <a:alpha val="23921"/>
                </a:srgbClr>
              </a:gs>
              <a:gs pos="100000">
                <a:srgbClr val="6C40F3">
                  <a:alpha val="64705"/>
                </a:srgbClr>
              </a:gs>
            </a:gsLst>
            <a:lin ang="270000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pic>
        <p:nvPicPr>
          <p:cNvPr id="106" name="Google Shape;106;p16"/>
          <p:cNvPicPr preferRelativeResize="0"/>
          <p:nvPr/>
        </p:nvPicPr>
        <p:blipFill rotWithShape="1">
          <a:blip r:embed="rId3">
            <a:alphaModFix/>
          </a:blip>
          <a:srcRect b="119" l="0" r="0" t="109"/>
          <a:stretch/>
        </p:blipFill>
        <p:spPr>
          <a:xfrm>
            <a:off x="8265946" y="4850818"/>
            <a:ext cx="676347" cy="17677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Large Image with Title in white">
  <p:cSld name="Single Large Image with Title in white">
    <p:spTree>
      <p:nvGrpSpPr>
        <p:cNvPr id="107" name="Shape 107"/>
        <p:cNvGrpSpPr/>
        <p:nvPr/>
      </p:nvGrpSpPr>
      <p:grpSpPr>
        <a:xfrm>
          <a:off x="0" y="0"/>
          <a:ext cx="0" cy="0"/>
          <a:chOff x="0" y="0"/>
          <a:chExt cx="0" cy="0"/>
        </a:xfrm>
      </p:grpSpPr>
      <p:sp>
        <p:nvSpPr>
          <p:cNvPr id="108" name="Google Shape;108;p17"/>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7"/>
          <p:cNvSpPr/>
          <p:nvPr>
            <p:ph idx="2" type="pic"/>
          </p:nvPr>
        </p:nvSpPr>
        <p:spPr>
          <a:xfrm>
            <a:off x="-34873" y="-38380"/>
            <a:ext cx="9271861" cy="5234187"/>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Large Image with Title in black">
  <p:cSld name="Single Large Image with Title in black">
    <p:spTree>
      <p:nvGrpSpPr>
        <p:cNvPr id="110" name="Shape 110"/>
        <p:cNvGrpSpPr/>
        <p:nvPr/>
      </p:nvGrpSpPr>
      <p:grpSpPr>
        <a:xfrm>
          <a:off x="0" y="0"/>
          <a:ext cx="0" cy="0"/>
          <a:chOff x="0" y="0"/>
          <a:chExt cx="0" cy="0"/>
        </a:xfrm>
      </p:grpSpPr>
      <p:sp>
        <p:nvSpPr>
          <p:cNvPr id="111" name="Google Shape;111;p18"/>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8"/>
          <p:cNvSpPr/>
          <p:nvPr>
            <p:ph idx="2" type="pic"/>
          </p:nvPr>
        </p:nvSpPr>
        <p:spPr>
          <a:xfrm>
            <a:off x="-34873" y="-38380"/>
            <a:ext cx="9271861" cy="5234187"/>
          </a:xfrm>
          <a:prstGeom prst="rect">
            <a:avLst/>
          </a:prstGeom>
          <a:noFill/>
          <a:ln>
            <a:noFill/>
          </a:ln>
        </p:spPr>
      </p:sp>
      <p:sp>
        <p:nvSpPr>
          <p:cNvPr id="113" name="Google Shape;113;p18"/>
          <p:cNvSpPr txBox="1"/>
          <p:nvPr>
            <p:ph type="title"/>
          </p:nvPr>
        </p:nvSpPr>
        <p:spPr>
          <a:xfrm>
            <a:off x="589675" y="156948"/>
            <a:ext cx="7886700" cy="5193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2900"/>
              <a:buFont typeface="Montserrat"/>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14" name="Google Shape;114;p18"/>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
        <p:nvSpPr>
          <p:cNvPr id="115" name="Google Shape;115;p18"/>
          <p:cNvSpPr txBox="1"/>
          <p:nvPr/>
        </p:nvSpPr>
        <p:spPr>
          <a:xfrm>
            <a:off x="392376" y="4859699"/>
            <a:ext cx="19092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8A8D90"/>
                </a:solidFill>
                <a:latin typeface="Montserrat"/>
                <a:ea typeface="Montserrat"/>
                <a:cs typeface="Montserrat"/>
                <a:sym typeface="Montserrat"/>
              </a:rPr>
              <a:t>© Copyright 2025 Cloud Software Group, Inc.</a:t>
            </a:r>
            <a:endParaRPr b="0" i="0" sz="500" u="none" cap="none" strike="noStrike">
              <a:solidFill>
                <a:srgbClr val="8A8D90"/>
              </a:solidFill>
              <a:latin typeface="Montserrat"/>
              <a:ea typeface="Montserrat"/>
              <a:cs typeface="Montserrat"/>
              <a:sym typeface="Montserra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116" name="Shape 116"/>
        <p:cNvGrpSpPr/>
        <p:nvPr/>
      </p:nvGrpSpPr>
      <p:grpSpPr>
        <a:xfrm>
          <a:off x="0" y="0"/>
          <a:ext cx="0" cy="0"/>
          <a:chOff x="0" y="0"/>
          <a:chExt cx="0" cy="0"/>
        </a:xfrm>
      </p:grpSpPr>
      <p:sp>
        <p:nvSpPr>
          <p:cNvPr id="117" name="Google Shape;117;p19"/>
          <p:cNvSpPr/>
          <p:nvPr/>
        </p:nvSpPr>
        <p:spPr>
          <a:xfrm>
            <a:off x="0" y="0"/>
            <a:ext cx="9144000" cy="5143500"/>
          </a:xfrm>
          <a:prstGeom prst="rect">
            <a:avLst/>
          </a:prstGeom>
          <a:solidFill>
            <a:srgbClr val="26313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pic>
        <p:nvPicPr>
          <p:cNvPr id="118" name="Google Shape;118;p19"/>
          <p:cNvPicPr preferRelativeResize="0"/>
          <p:nvPr/>
        </p:nvPicPr>
        <p:blipFill rotWithShape="1">
          <a:blip r:embed="rId2">
            <a:alphaModFix/>
          </a:blip>
          <a:srcRect b="0" l="0" r="0" t="0"/>
          <a:stretch/>
        </p:blipFill>
        <p:spPr>
          <a:xfrm>
            <a:off x="2659930" y="1970129"/>
            <a:ext cx="3853956" cy="111379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Line Title Subtitle">
  <p:cSld name="1 Line Title Subtitle">
    <p:spTree>
      <p:nvGrpSpPr>
        <p:cNvPr id="119" name="Shape 119"/>
        <p:cNvGrpSpPr/>
        <p:nvPr/>
      </p:nvGrpSpPr>
      <p:grpSpPr>
        <a:xfrm>
          <a:off x="0" y="0"/>
          <a:ext cx="0" cy="0"/>
          <a:chOff x="0" y="0"/>
          <a:chExt cx="0" cy="0"/>
        </a:xfrm>
      </p:grpSpPr>
      <p:sp>
        <p:nvSpPr>
          <p:cNvPr id="120" name="Google Shape;120;p20"/>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0"/>
          <p:cNvSpPr txBox="1"/>
          <p:nvPr>
            <p:ph type="title"/>
          </p:nvPr>
        </p:nvSpPr>
        <p:spPr>
          <a:xfrm>
            <a:off x="589684" y="156945"/>
            <a:ext cx="7886700" cy="500188"/>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2" name="Google Shape;122;p20"/>
          <p:cNvSpPr txBox="1"/>
          <p:nvPr>
            <p:ph idx="1" type="body"/>
          </p:nvPr>
        </p:nvSpPr>
        <p:spPr>
          <a:xfrm>
            <a:off x="591379" y="657133"/>
            <a:ext cx="7886700" cy="85151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500"/>
              <a:buNone/>
              <a:defRPr sz="1500"/>
            </a:lvl1pPr>
            <a:lvl2pPr indent="-228600" lvl="1" marL="914400" algn="l">
              <a:lnSpc>
                <a:spcPct val="100000"/>
              </a:lnSpc>
              <a:spcBef>
                <a:spcPts val="400"/>
              </a:spcBef>
              <a:spcAft>
                <a:spcPts val="0"/>
              </a:spcAft>
              <a:buSzPts val="1400"/>
              <a:buNone/>
              <a:defRPr sz="1400"/>
            </a:lvl2pPr>
            <a:lvl3pPr indent="-228600" lvl="2" marL="1371600" algn="l">
              <a:lnSpc>
                <a:spcPct val="100000"/>
              </a:lnSpc>
              <a:spcBef>
                <a:spcPts val="400"/>
              </a:spcBef>
              <a:spcAft>
                <a:spcPts val="0"/>
              </a:spcAft>
              <a:buSzPts val="1100"/>
              <a:buNone/>
              <a:defRPr sz="1100"/>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23" name="Google Shape;123;p20"/>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ines Title Subtitle">
  <p:cSld name="2 Lines Title Subtitle">
    <p:spTree>
      <p:nvGrpSpPr>
        <p:cNvPr id="124" name="Shape 124"/>
        <p:cNvGrpSpPr/>
        <p:nvPr/>
      </p:nvGrpSpPr>
      <p:grpSpPr>
        <a:xfrm>
          <a:off x="0" y="0"/>
          <a:ext cx="0" cy="0"/>
          <a:chOff x="0" y="0"/>
          <a:chExt cx="0" cy="0"/>
        </a:xfrm>
      </p:grpSpPr>
      <p:sp>
        <p:nvSpPr>
          <p:cNvPr id="125" name="Google Shape;125;p21"/>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type="title"/>
          </p:nvPr>
        </p:nvSpPr>
        <p:spPr>
          <a:xfrm>
            <a:off x="589684" y="156946"/>
            <a:ext cx="7886700" cy="854036"/>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1"/>
          <p:cNvSpPr txBox="1"/>
          <p:nvPr>
            <p:ph idx="1" type="body"/>
          </p:nvPr>
        </p:nvSpPr>
        <p:spPr>
          <a:xfrm>
            <a:off x="591379" y="1070172"/>
            <a:ext cx="7886700" cy="85151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500"/>
              <a:buNone/>
              <a:defRPr sz="1500"/>
            </a:lvl1pPr>
            <a:lvl2pPr indent="-228600" lvl="1" marL="914400" algn="l">
              <a:lnSpc>
                <a:spcPct val="100000"/>
              </a:lnSpc>
              <a:spcBef>
                <a:spcPts val="400"/>
              </a:spcBef>
              <a:spcAft>
                <a:spcPts val="0"/>
              </a:spcAft>
              <a:buSzPts val="1400"/>
              <a:buNone/>
              <a:defRPr sz="1400"/>
            </a:lvl2pPr>
            <a:lvl3pPr indent="-228600" lvl="2" marL="1371600" algn="l">
              <a:lnSpc>
                <a:spcPct val="100000"/>
              </a:lnSpc>
              <a:spcBef>
                <a:spcPts val="400"/>
              </a:spcBef>
              <a:spcAft>
                <a:spcPts val="0"/>
              </a:spcAft>
              <a:buSzPts val="1100"/>
              <a:buNone/>
              <a:defRPr sz="1100"/>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28" name="Google Shape;128;p21"/>
          <p:cNvCxnSpPr/>
          <p:nvPr/>
        </p:nvCxnSpPr>
        <p:spPr>
          <a:xfrm>
            <a:off x="606670" y="1039046"/>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Image Title">
  <p:cSld name="Single Image Title">
    <p:spTree>
      <p:nvGrpSpPr>
        <p:cNvPr id="129" name="Shape 129"/>
        <p:cNvGrpSpPr/>
        <p:nvPr/>
      </p:nvGrpSpPr>
      <p:grpSpPr>
        <a:xfrm>
          <a:off x="0" y="0"/>
          <a:ext cx="0" cy="0"/>
          <a:chOff x="0" y="0"/>
          <a:chExt cx="0" cy="0"/>
        </a:xfrm>
      </p:grpSpPr>
      <p:sp>
        <p:nvSpPr>
          <p:cNvPr id="130" name="Google Shape;130;p22"/>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22"/>
          <p:cNvSpPr/>
          <p:nvPr>
            <p:ph idx="2" type="pic"/>
          </p:nvPr>
        </p:nvSpPr>
        <p:spPr>
          <a:xfrm>
            <a:off x="-34875" y="-50004"/>
            <a:ext cx="9264115" cy="5257435"/>
          </a:xfrm>
          <a:prstGeom prst="rect">
            <a:avLst/>
          </a:prstGeom>
          <a:noFill/>
          <a:ln>
            <a:noFill/>
          </a:ln>
        </p:spPr>
      </p:sp>
      <p:sp>
        <p:nvSpPr>
          <p:cNvPr id="132" name="Google Shape;132;p22"/>
          <p:cNvSpPr txBox="1"/>
          <p:nvPr>
            <p:ph type="title"/>
          </p:nvPr>
        </p:nvSpPr>
        <p:spPr>
          <a:xfrm>
            <a:off x="589675" y="156948"/>
            <a:ext cx="7886700" cy="509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2900"/>
              <a:buFont typeface="Montserrat"/>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33" name="Google Shape;133;p22"/>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
        <p:nvSpPr>
          <p:cNvPr id="134" name="Google Shape;134;p22"/>
          <p:cNvSpPr txBox="1"/>
          <p:nvPr/>
        </p:nvSpPr>
        <p:spPr>
          <a:xfrm>
            <a:off x="392376" y="4859699"/>
            <a:ext cx="19092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8A8D90"/>
                </a:solidFill>
                <a:latin typeface="Montserrat"/>
                <a:ea typeface="Montserrat"/>
                <a:cs typeface="Montserrat"/>
                <a:sym typeface="Montserrat"/>
              </a:rPr>
              <a:t>© Copyright 2025 Cloud Software Group, Inc.</a:t>
            </a:r>
            <a:endParaRPr b="0" i="0" sz="500" u="none" cap="none" strike="noStrike">
              <a:solidFill>
                <a:srgbClr val="8A8D90"/>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5" name="Shape 135"/>
        <p:cNvGrpSpPr/>
        <p:nvPr/>
      </p:nvGrpSpPr>
      <p:grpSpPr>
        <a:xfrm>
          <a:off x="0" y="0"/>
          <a:ext cx="0" cy="0"/>
          <a:chOff x="0" y="0"/>
          <a:chExt cx="0" cy="0"/>
        </a:xfrm>
      </p:grpSpPr>
      <p:sp>
        <p:nvSpPr>
          <p:cNvPr id="136" name="Google Shape;136;p23"/>
          <p:cNvSpPr txBox="1"/>
          <p:nvPr>
            <p:ph idx="1" type="body"/>
          </p:nvPr>
        </p:nvSpPr>
        <p:spPr>
          <a:xfrm>
            <a:off x="589684"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23"/>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3"/>
          <p:cNvSpPr txBox="1"/>
          <p:nvPr>
            <p:ph type="title"/>
          </p:nvPr>
        </p:nvSpPr>
        <p:spPr>
          <a:xfrm>
            <a:off x="589675" y="156948"/>
            <a:ext cx="7886700" cy="509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39" name="Google Shape;139;p23"/>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40" name="Shape 140"/>
        <p:cNvGrpSpPr/>
        <p:nvPr/>
      </p:nvGrpSpPr>
      <p:grpSpPr>
        <a:xfrm>
          <a:off x="0" y="0"/>
          <a:ext cx="0" cy="0"/>
          <a:chOff x="0" y="0"/>
          <a:chExt cx="0" cy="0"/>
        </a:xfrm>
      </p:grpSpPr>
      <p:sp>
        <p:nvSpPr>
          <p:cNvPr id="141" name="Google Shape;141;p24"/>
          <p:cNvSpPr txBox="1"/>
          <p:nvPr>
            <p:ph idx="1" type="body"/>
          </p:nvPr>
        </p:nvSpPr>
        <p:spPr>
          <a:xfrm>
            <a:off x="589684" y="1369219"/>
            <a:ext cx="38862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24"/>
          <p:cNvSpPr txBox="1"/>
          <p:nvPr>
            <p:ph idx="2" type="body"/>
          </p:nvPr>
        </p:nvSpPr>
        <p:spPr>
          <a:xfrm>
            <a:off x="4590184" y="1369219"/>
            <a:ext cx="38862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24"/>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4"/>
          <p:cNvSpPr txBox="1"/>
          <p:nvPr>
            <p:ph type="title"/>
          </p:nvPr>
        </p:nvSpPr>
        <p:spPr>
          <a:xfrm>
            <a:off x="589675" y="156948"/>
            <a:ext cx="7886700" cy="5193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45" name="Google Shape;145;p24"/>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body"/>
          </p:nvPr>
        </p:nvSpPr>
        <p:spPr>
          <a:xfrm>
            <a:off x="589684" y="1375964"/>
            <a:ext cx="2539495" cy="326747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5"/>
          <p:cNvSpPr txBox="1"/>
          <p:nvPr>
            <p:ph idx="2" type="body"/>
          </p:nvPr>
        </p:nvSpPr>
        <p:spPr>
          <a:xfrm>
            <a:off x="3277574" y="1375964"/>
            <a:ext cx="2539495" cy="326747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5"/>
          <p:cNvSpPr txBox="1"/>
          <p:nvPr>
            <p:ph idx="3" type="body"/>
          </p:nvPr>
        </p:nvSpPr>
        <p:spPr>
          <a:xfrm>
            <a:off x="5936888" y="1371767"/>
            <a:ext cx="2539495" cy="326747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a:lvl1pPr>
            <a:lvl2pPr indent="-342900" lvl="1" marL="914400" algn="l">
              <a:lnSpc>
                <a:spcPct val="100000"/>
              </a:lnSpc>
              <a:spcBef>
                <a:spcPts val="400"/>
              </a:spcBef>
              <a:spcAft>
                <a:spcPts val="0"/>
              </a:spcAft>
              <a:buSzPts val="1800"/>
              <a:buChar char="•"/>
              <a:defRPr/>
            </a:lvl2pPr>
            <a:lvl3pPr indent="-323850" lvl="2" marL="1371600" algn="l">
              <a:lnSpc>
                <a:spcPct val="100000"/>
              </a:lnSpc>
              <a:spcBef>
                <a:spcPts val="400"/>
              </a:spcBef>
              <a:spcAft>
                <a:spcPts val="0"/>
              </a:spcAft>
              <a:buSzPts val="15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25"/>
          <p:cNvSpPr txBox="1"/>
          <p:nvPr>
            <p:ph type="title"/>
          </p:nvPr>
        </p:nvSpPr>
        <p:spPr>
          <a:xfrm>
            <a:off x="589675" y="156948"/>
            <a:ext cx="7886700" cy="509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52" name="Google Shape;152;p25"/>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con">
  <p:cSld name="Title Icon">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5" name="Google Shape;155;p26"/>
          <p:cNvGrpSpPr/>
          <p:nvPr/>
        </p:nvGrpSpPr>
        <p:grpSpPr>
          <a:xfrm>
            <a:off x="1148911" y="1857478"/>
            <a:ext cx="6751130" cy="1376977"/>
            <a:chOff x="1531882" y="2476638"/>
            <a:chExt cx="9001506" cy="1835969"/>
          </a:xfrm>
        </p:grpSpPr>
        <p:sp>
          <p:nvSpPr>
            <p:cNvPr id="156" name="Google Shape;156;p26"/>
            <p:cNvSpPr/>
            <p:nvPr/>
          </p:nvSpPr>
          <p:spPr>
            <a:xfrm>
              <a:off x="1531882" y="2476638"/>
              <a:ext cx="1835969" cy="1835969"/>
            </a:xfrm>
            <a:prstGeom prst="ellipse">
              <a:avLst/>
            </a:prstGeom>
            <a:noFill/>
            <a:ln cap="flat" cmpd="sng" w="38100">
              <a:solidFill>
                <a:srgbClr val="39506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7" name="Google Shape;157;p26"/>
            <p:cNvSpPr/>
            <p:nvPr/>
          </p:nvSpPr>
          <p:spPr>
            <a:xfrm>
              <a:off x="5177383" y="2476638"/>
              <a:ext cx="1835969" cy="1835969"/>
            </a:xfrm>
            <a:prstGeom prst="ellipse">
              <a:avLst/>
            </a:prstGeom>
            <a:noFill/>
            <a:ln cap="flat" cmpd="sng" w="38100">
              <a:solidFill>
                <a:srgbClr val="39506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8" name="Google Shape;158;p26"/>
            <p:cNvSpPr/>
            <p:nvPr/>
          </p:nvSpPr>
          <p:spPr>
            <a:xfrm>
              <a:off x="8697419" y="2476638"/>
              <a:ext cx="1835969" cy="1835969"/>
            </a:xfrm>
            <a:prstGeom prst="ellipse">
              <a:avLst/>
            </a:prstGeom>
            <a:noFill/>
            <a:ln cap="flat" cmpd="sng" w="38100">
              <a:solidFill>
                <a:srgbClr val="39506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9" name="Google Shape;159;p26"/>
          <p:cNvSpPr txBox="1"/>
          <p:nvPr>
            <p:ph idx="1" type="body"/>
          </p:nvPr>
        </p:nvSpPr>
        <p:spPr>
          <a:xfrm>
            <a:off x="842069" y="3384207"/>
            <a:ext cx="1990661" cy="531019"/>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800"/>
              </a:spcBef>
              <a:spcAft>
                <a:spcPts val="0"/>
              </a:spcAft>
              <a:buSzPts val="1400"/>
              <a:buNone/>
              <a:defRPr sz="14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 name="Google Shape;160;p26"/>
          <p:cNvSpPr txBox="1"/>
          <p:nvPr>
            <p:ph idx="2" type="body"/>
          </p:nvPr>
        </p:nvSpPr>
        <p:spPr>
          <a:xfrm>
            <a:off x="3574421" y="3384207"/>
            <a:ext cx="1994210" cy="531019"/>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800"/>
              </a:spcBef>
              <a:spcAft>
                <a:spcPts val="0"/>
              </a:spcAft>
              <a:buSzPts val="1400"/>
              <a:buNone/>
              <a:defRPr sz="14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26"/>
          <p:cNvSpPr txBox="1"/>
          <p:nvPr>
            <p:ph idx="3" type="body"/>
          </p:nvPr>
        </p:nvSpPr>
        <p:spPr>
          <a:xfrm>
            <a:off x="6214448" y="3387540"/>
            <a:ext cx="1994210" cy="531019"/>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800"/>
              </a:spcBef>
              <a:spcAft>
                <a:spcPts val="0"/>
              </a:spcAft>
              <a:buSzPts val="1400"/>
              <a:buNone/>
              <a:defRPr sz="14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26"/>
          <p:cNvSpPr txBox="1"/>
          <p:nvPr>
            <p:ph type="title"/>
          </p:nvPr>
        </p:nvSpPr>
        <p:spPr>
          <a:xfrm>
            <a:off x="589675" y="156948"/>
            <a:ext cx="7886700" cy="5310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63" name="Google Shape;163;p26"/>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rofile Images">
  <p:cSld name="Title Profile Images">
    <p:spTree>
      <p:nvGrpSpPr>
        <p:cNvPr id="164" name="Shape 164"/>
        <p:cNvGrpSpPr/>
        <p:nvPr/>
      </p:nvGrpSpPr>
      <p:grpSpPr>
        <a:xfrm>
          <a:off x="0" y="0"/>
          <a:ext cx="0" cy="0"/>
          <a:chOff x="0" y="0"/>
          <a:chExt cx="0" cy="0"/>
        </a:xfrm>
      </p:grpSpPr>
      <p:sp>
        <p:nvSpPr>
          <p:cNvPr id="165" name="Google Shape;165;p27"/>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7"/>
          <p:cNvSpPr/>
          <p:nvPr>
            <p:ph idx="2" type="pic"/>
          </p:nvPr>
        </p:nvSpPr>
        <p:spPr>
          <a:xfrm>
            <a:off x="1052627" y="2079872"/>
            <a:ext cx="1299449" cy="1299449"/>
          </a:xfrm>
          <a:prstGeom prst="ellipse">
            <a:avLst/>
          </a:prstGeom>
          <a:solidFill>
            <a:srgbClr val="D9D9D9"/>
          </a:solidFill>
          <a:ln>
            <a:noFill/>
          </a:ln>
        </p:spPr>
      </p:sp>
      <p:sp>
        <p:nvSpPr>
          <p:cNvPr id="167" name="Google Shape;167;p27"/>
          <p:cNvSpPr/>
          <p:nvPr>
            <p:ph idx="3" type="pic"/>
          </p:nvPr>
        </p:nvSpPr>
        <p:spPr>
          <a:xfrm>
            <a:off x="2933433" y="2079872"/>
            <a:ext cx="1299449" cy="1299449"/>
          </a:xfrm>
          <a:prstGeom prst="ellipse">
            <a:avLst/>
          </a:prstGeom>
          <a:solidFill>
            <a:srgbClr val="D9D9D9"/>
          </a:solidFill>
          <a:ln>
            <a:noFill/>
          </a:ln>
        </p:spPr>
      </p:sp>
      <p:sp>
        <p:nvSpPr>
          <p:cNvPr id="168" name="Google Shape;168;p27"/>
          <p:cNvSpPr/>
          <p:nvPr>
            <p:ph idx="4" type="pic"/>
          </p:nvPr>
        </p:nvSpPr>
        <p:spPr>
          <a:xfrm>
            <a:off x="4814240" y="2079872"/>
            <a:ext cx="1299449" cy="1299449"/>
          </a:xfrm>
          <a:prstGeom prst="ellipse">
            <a:avLst/>
          </a:prstGeom>
          <a:solidFill>
            <a:srgbClr val="D9D9D9"/>
          </a:solidFill>
          <a:ln>
            <a:noFill/>
          </a:ln>
        </p:spPr>
      </p:sp>
      <p:sp>
        <p:nvSpPr>
          <p:cNvPr id="169" name="Google Shape;169;p27"/>
          <p:cNvSpPr/>
          <p:nvPr>
            <p:ph idx="5" type="pic"/>
          </p:nvPr>
        </p:nvSpPr>
        <p:spPr>
          <a:xfrm>
            <a:off x="6695045" y="2079872"/>
            <a:ext cx="1299449" cy="1299449"/>
          </a:xfrm>
          <a:prstGeom prst="ellipse">
            <a:avLst/>
          </a:prstGeom>
          <a:solidFill>
            <a:srgbClr val="D9D9D9"/>
          </a:solidFill>
          <a:ln>
            <a:noFill/>
          </a:ln>
        </p:spPr>
      </p:sp>
      <p:sp>
        <p:nvSpPr>
          <p:cNvPr id="170" name="Google Shape;170;p27"/>
          <p:cNvSpPr txBox="1"/>
          <p:nvPr>
            <p:ph type="title"/>
          </p:nvPr>
        </p:nvSpPr>
        <p:spPr>
          <a:xfrm>
            <a:off x="589675" y="156948"/>
            <a:ext cx="7886700" cy="509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71" name="Google Shape;171;p27"/>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rofile Images2">
  <p:cSld name="Title Profile Images2">
    <p:spTree>
      <p:nvGrpSpPr>
        <p:cNvPr id="172" name="Shape 172"/>
        <p:cNvGrpSpPr/>
        <p:nvPr/>
      </p:nvGrpSpPr>
      <p:grpSpPr>
        <a:xfrm>
          <a:off x="0" y="0"/>
          <a:ext cx="0" cy="0"/>
          <a:chOff x="0" y="0"/>
          <a:chExt cx="0" cy="0"/>
        </a:xfrm>
      </p:grpSpPr>
      <p:sp>
        <p:nvSpPr>
          <p:cNvPr id="173" name="Google Shape;173;p28"/>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p:nvPr>
            <p:ph idx="2" type="pic"/>
          </p:nvPr>
        </p:nvSpPr>
        <p:spPr>
          <a:xfrm>
            <a:off x="1454701" y="1367832"/>
            <a:ext cx="862265" cy="862265"/>
          </a:xfrm>
          <a:prstGeom prst="ellipse">
            <a:avLst/>
          </a:prstGeom>
          <a:solidFill>
            <a:srgbClr val="D8D8D8"/>
          </a:solidFill>
          <a:ln>
            <a:noFill/>
          </a:ln>
        </p:spPr>
      </p:sp>
      <p:sp>
        <p:nvSpPr>
          <p:cNvPr id="175" name="Google Shape;175;p28"/>
          <p:cNvSpPr txBox="1"/>
          <p:nvPr>
            <p:ph idx="1" type="body"/>
          </p:nvPr>
        </p:nvSpPr>
        <p:spPr>
          <a:xfrm>
            <a:off x="1293401" y="2319534"/>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28"/>
          <p:cNvSpPr txBox="1"/>
          <p:nvPr>
            <p:ph idx="3" type="body"/>
          </p:nvPr>
        </p:nvSpPr>
        <p:spPr>
          <a:xfrm>
            <a:off x="1293401" y="2619375"/>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8"/>
          <p:cNvSpPr/>
          <p:nvPr>
            <p:ph idx="4" type="pic"/>
          </p:nvPr>
        </p:nvSpPr>
        <p:spPr>
          <a:xfrm>
            <a:off x="3179640" y="1367832"/>
            <a:ext cx="862265" cy="862265"/>
          </a:xfrm>
          <a:prstGeom prst="ellipse">
            <a:avLst/>
          </a:prstGeom>
          <a:solidFill>
            <a:srgbClr val="D8D8D8"/>
          </a:solidFill>
          <a:ln>
            <a:noFill/>
          </a:ln>
        </p:spPr>
      </p:sp>
      <p:sp>
        <p:nvSpPr>
          <p:cNvPr id="178" name="Google Shape;178;p28"/>
          <p:cNvSpPr txBox="1"/>
          <p:nvPr>
            <p:ph idx="5" type="body"/>
          </p:nvPr>
        </p:nvSpPr>
        <p:spPr>
          <a:xfrm>
            <a:off x="3039337" y="2319534"/>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28"/>
          <p:cNvSpPr txBox="1"/>
          <p:nvPr>
            <p:ph idx="6" type="body"/>
          </p:nvPr>
        </p:nvSpPr>
        <p:spPr>
          <a:xfrm>
            <a:off x="3039337" y="2619375"/>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28"/>
          <p:cNvSpPr/>
          <p:nvPr>
            <p:ph idx="7" type="pic"/>
          </p:nvPr>
        </p:nvSpPr>
        <p:spPr>
          <a:xfrm>
            <a:off x="4904579" y="1367832"/>
            <a:ext cx="862265" cy="862265"/>
          </a:xfrm>
          <a:prstGeom prst="ellipse">
            <a:avLst/>
          </a:prstGeom>
          <a:solidFill>
            <a:srgbClr val="D8D8D8"/>
          </a:solidFill>
          <a:ln>
            <a:noFill/>
          </a:ln>
        </p:spPr>
      </p:sp>
      <p:sp>
        <p:nvSpPr>
          <p:cNvPr id="181" name="Google Shape;181;p28"/>
          <p:cNvSpPr txBox="1"/>
          <p:nvPr>
            <p:ph idx="8" type="body"/>
          </p:nvPr>
        </p:nvSpPr>
        <p:spPr>
          <a:xfrm>
            <a:off x="4785273" y="2319534"/>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 name="Google Shape;182;p28"/>
          <p:cNvSpPr txBox="1"/>
          <p:nvPr>
            <p:ph idx="9" type="body"/>
          </p:nvPr>
        </p:nvSpPr>
        <p:spPr>
          <a:xfrm>
            <a:off x="4785273" y="2619375"/>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8"/>
          <p:cNvSpPr/>
          <p:nvPr>
            <p:ph idx="13" type="pic"/>
          </p:nvPr>
        </p:nvSpPr>
        <p:spPr>
          <a:xfrm>
            <a:off x="6690967" y="1367832"/>
            <a:ext cx="862265" cy="862265"/>
          </a:xfrm>
          <a:prstGeom prst="ellipse">
            <a:avLst/>
          </a:prstGeom>
          <a:solidFill>
            <a:srgbClr val="D8D8D8"/>
          </a:solidFill>
          <a:ln>
            <a:noFill/>
          </a:ln>
        </p:spPr>
      </p:sp>
      <p:sp>
        <p:nvSpPr>
          <p:cNvPr id="184" name="Google Shape;184;p28"/>
          <p:cNvSpPr txBox="1"/>
          <p:nvPr>
            <p:ph idx="14" type="body"/>
          </p:nvPr>
        </p:nvSpPr>
        <p:spPr>
          <a:xfrm>
            <a:off x="6531209" y="2319534"/>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 name="Google Shape;185;p28"/>
          <p:cNvSpPr txBox="1"/>
          <p:nvPr>
            <p:ph idx="15" type="body"/>
          </p:nvPr>
        </p:nvSpPr>
        <p:spPr>
          <a:xfrm>
            <a:off x="6531209" y="2619375"/>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 name="Google Shape;186;p28"/>
          <p:cNvSpPr/>
          <p:nvPr>
            <p:ph idx="16" type="pic"/>
          </p:nvPr>
        </p:nvSpPr>
        <p:spPr>
          <a:xfrm>
            <a:off x="1454701" y="3168057"/>
            <a:ext cx="862265" cy="862264"/>
          </a:xfrm>
          <a:prstGeom prst="ellipse">
            <a:avLst/>
          </a:prstGeom>
          <a:solidFill>
            <a:srgbClr val="D8D8D8"/>
          </a:solidFill>
          <a:ln>
            <a:noFill/>
          </a:ln>
        </p:spPr>
      </p:sp>
      <p:sp>
        <p:nvSpPr>
          <p:cNvPr id="187" name="Google Shape;187;p28"/>
          <p:cNvSpPr txBox="1"/>
          <p:nvPr>
            <p:ph idx="17" type="body"/>
          </p:nvPr>
        </p:nvSpPr>
        <p:spPr>
          <a:xfrm>
            <a:off x="1293401" y="4119759"/>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28"/>
          <p:cNvSpPr txBox="1"/>
          <p:nvPr>
            <p:ph idx="18" type="body"/>
          </p:nvPr>
        </p:nvSpPr>
        <p:spPr>
          <a:xfrm>
            <a:off x="1293401" y="4419600"/>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28"/>
          <p:cNvSpPr/>
          <p:nvPr>
            <p:ph idx="19" type="pic"/>
          </p:nvPr>
        </p:nvSpPr>
        <p:spPr>
          <a:xfrm>
            <a:off x="3179640" y="3168057"/>
            <a:ext cx="862265" cy="862264"/>
          </a:xfrm>
          <a:prstGeom prst="ellipse">
            <a:avLst/>
          </a:prstGeom>
          <a:solidFill>
            <a:srgbClr val="D8D8D8"/>
          </a:solidFill>
          <a:ln>
            <a:noFill/>
          </a:ln>
        </p:spPr>
      </p:sp>
      <p:sp>
        <p:nvSpPr>
          <p:cNvPr id="190" name="Google Shape;190;p28"/>
          <p:cNvSpPr txBox="1"/>
          <p:nvPr>
            <p:ph idx="20" type="body"/>
          </p:nvPr>
        </p:nvSpPr>
        <p:spPr>
          <a:xfrm>
            <a:off x="3039337" y="4119759"/>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1" name="Google Shape;191;p28"/>
          <p:cNvSpPr txBox="1"/>
          <p:nvPr>
            <p:ph idx="21" type="body"/>
          </p:nvPr>
        </p:nvSpPr>
        <p:spPr>
          <a:xfrm>
            <a:off x="3039337" y="4419600"/>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28"/>
          <p:cNvSpPr/>
          <p:nvPr>
            <p:ph idx="22" type="pic"/>
          </p:nvPr>
        </p:nvSpPr>
        <p:spPr>
          <a:xfrm>
            <a:off x="4904579" y="3168057"/>
            <a:ext cx="862265" cy="862264"/>
          </a:xfrm>
          <a:prstGeom prst="ellipse">
            <a:avLst/>
          </a:prstGeom>
          <a:solidFill>
            <a:srgbClr val="D8D8D8"/>
          </a:solidFill>
          <a:ln>
            <a:noFill/>
          </a:ln>
        </p:spPr>
      </p:sp>
      <p:sp>
        <p:nvSpPr>
          <p:cNvPr id="193" name="Google Shape;193;p28"/>
          <p:cNvSpPr txBox="1"/>
          <p:nvPr>
            <p:ph idx="23" type="body"/>
          </p:nvPr>
        </p:nvSpPr>
        <p:spPr>
          <a:xfrm>
            <a:off x="4785273" y="4119759"/>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28"/>
          <p:cNvSpPr txBox="1"/>
          <p:nvPr>
            <p:ph idx="24" type="body"/>
          </p:nvPr>
        </p:nvSpPr>
        <p:spPr>
          <a:xfrm>
            <a:off x="4785273" y="4419600"/>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28"/>
          <p:cNvSpPr/>
          <p:nvPr>
            <p:ph idx="25" type="pic"/>
          </p:nvPr>
        </p:nvSpPr>
        <p:spPr>
          <a:xfrm>
            <a:off x="6690967" y="3168057"/>
            <a:ext cx="862265" cy="862264"/>
          </a:xfrm>
          <a:prstGeom prst="ellipse">
            <a:avLst/>
          </a:prstGeom>
          <a:solidFill>
            <a:srgbClr val="D8D8D8"/>
          </a:solidFill>
          <a:ln>
            <a:noFill/>
          </a:ln>
        </p:spPr>
      </p:sp>
      <p:sp>
        <p:nvSpPr>
          <p:cNvPr id="196" name="Google Shape;196;p28"/>
          <p:cNvSpPr txBox="1"/>
          <p:nvPr>
            <p:ph idx="26" type="body"/>
          </p:nvPr>
        </p:nvSpPr>
        <p:spPr>
          <a:xfrm>
            <a:off x="6531209" y="4119759"/>
            <a:ext cx="1181783" cy="29984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800"/>
              <a:buNone/>
              <a:defRPr b="1" sz="800">
                <a:solidFill>
                  <a:schemeClr val="dk1"/>
                </a:solidFill>
                <a:latin typeface="Montserrat"/>
                <a:ea typeface="Montserrat"/>
                <a:cs typeface="Montserrat"/>
                <a:sym typeface="Montserrat"/>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 name="Google Shape;197;p28"/>
          <p:cNvSpPr txBox="1"/>
          <p:nvPr>
            <p:ph idx="27" type="body"/>
          </p:nvPr>
        </p:nvSpPr>
        <p:spPr>
          <a:xfrm>
            <a:off x="6531209" y="4419600"/>
            <a:ext cx="1181783" cy="29527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800"/>
              </a:spcBef>
              <a:spcAft>
                <a:spcPts val="0"/>
              </a:spcAft>
              <a:buSzPts val="700"/>
              <a:buNone/>
              <a:defRPr i="0" sz="700">
                <a:solidFill>
                  <a:schemeClr val="dk1"/>
                </a:solidFill>
              </a:defRPr>
            </a:lvl1pPr>
            <a:lvl2pPr indent="-228600" lvl="1" marL="914400" algn="l">
              <a:lnSpc>
                <a:spcPct val="100000"/>
              </a:lnSpc>
              <a:spcBef>
                <a:spcPts val="400"/>
              </a:spcBef>
              <a:spcAft>
                <a:spcPts val="0"/>
              </a:spcAft>
              <a:buSzPts val="500"/>
              <a:buNone/>
              <a:defRPr sz="500"/>
            </a:lvl2pPr>
            <a:lvl3pPr indent="-228600" lvl="2" marL="1371600" algn="l">
              <a:lnSpc>
                <a:spcPct val="100000"/>
              </a:lnSpc>
              <a:spcBef>
                <a:spcPts val="400"/>
              </a:spcBef>
              <a:spcAft>
                <a:spcPts val="0"/>
              </a:spcAft>
              <a:buSzPts val="500"/>
              <a:buNone/>
              <a:defRPr sz="500"/>
            </a:lvl3pPr>
            <a:lvl4pPr indent="-228600" lvl="3" marL="1828800" algn="l">
              <a:lnSpc>
                <a:spcPct val="100000"/>
              </a:lnSpc>
              <a:spcBef>
                <a:spcPts val="400"/>
              </a:spcBef>
              <a:spcAft>
                <a:spcPts val="0"/>
              </a:spcAft>
              <a:buSzPts val="500"/>
              <a:buNone/>
              <a:defRPr sz="500"/>
            </a:lvl4pPr>
            <a:lvl5pPr indent="-228600" lvl="4" marL="2286000" algn="l">
              <a:lnSpc>
                <a:spcPct val="100000"/>
              </a:lnSpc>
              <a:spcBef>
                <a:spcPts val="400"/>
              </a:spcBef>
              <a:spcAft>
                <a:spcPts val="0"/>
              </a:spcAft>
              <a:buSzPts val="500"/>
              <a:buNone/>
              <a:defRPr sz="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8" name="Google Shape;198;p28"/>
          <p:cNvSpPr txBox="1"/>
          <p:nvPr>
            <p:ph type="title"/>
          </p:nvPr>
        </p:nvSpPr>
        <p:spPr>
          <a:xfrm>
            <a:off x="589675" y="156948"/>
            <a:ext cx="7886700" cy="5175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199" name="Google Shape;199;p28"/>
          <p:cNvCxnSpPr/>
          <p:nvPr/>
        </p:nvCxnSpPr>
        <p:spPr>
          <a:xfrm>
            <a:off x="606670" y="625810"/>
            <a:ext cx="8106507"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bbles">
  <p:cSld name="Bubbles">
    <p:spTree>
      <p:nvGrpSpPr>
        <p:cNvPr id="200" name="Shape 200"/>
        <p:cNvGrpSpPr/>
        <p:nvPr/>
      </p:nvGrpSpPr>
      <p:grpSpPr>
        <a:xfrm>
          <a:off x="0" y="0"/>
          <a:ext cx="0" cy="0"/>
          <a:chOff x="0" y="0"/>
          <a:chExt cx="0" cy="0"/>
        </a:xfrm>
      </p:grpSpPr>
      <p:sp>
        <p:nvSpPr>
          <p:cNvPr id="201" name="Google Shape;201;p29"/>
          <p:cNvSpPr txBox="1"/>
          <p:nvPr>
            <p:ph idx="12" type="sldNum"/>
          </p:nvPr>
        </p:nvSpPr>
        <p:spPr>
          <a:xfrm>
            <a:off x="10385" y="4859697"/>
            <a:ext cx="381992"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202" name="Google Shape;202;p29"/>
          <p:cNvGrpSpPr/>
          <p:nvPr/>
        </p:nvGrpSpPr>
        <p:grpSpPr>
          <a:xfrm>
            <a:off x="547230" y="0"/>
            <a:ext cx="8069934" cy="5133542"/>
            <a:chOff x="729640" y="0"/>
            <a:chExt cx="10759912" cy="6844723"/>
          </a:xfrm>
        </p:grpSpPr>
        <p:grpSp>
          <p:nvGrpSpPr>
            <p:cNvPr id="203" name="Google Shape;203;p29"/>
            <p:cNvGrpSpPr/>
            <p:nvPr/>
          </p:nvGrpSpPr>
          <p:grpSpPr>
            <a:xfrm>
              <a:off x="1999001" y="0"/>
              <a:ext cx="9157843" cy="6844723"/>
              <a:chOff x="1999001" y="0"/>
              <a:chExt cx="9157843" cy="6844723"/>
            </a:xfrm>
          </p:grpSpPr>
          <p:cxnSp>
            <p:nvCxnSpPr>
              <p:cNvPr id="204" name="Google Shape;204;p29"/>
              <p:cNvCxnSpPr/>
              <p:nvPr/>
            </p:nvCxnSpPr>
            <p:spPr>
              <a:xfrm rot="10800000">
                <a:off x="1999001" y="0"/>
                <a:ext cx="23857" cy="3005530"/>
              </a:xfrm>
              <a:prstGeom prst="straightConnector1">
                <a:avLst/>
              </a:prstGeom>
              <a:noFill/>
              <a:ln cap="flat" cmpd="sng" w="9525">
                <a:solidFill>
                  <a:srgbClr val="A5A5A5"/>
                </a:solidFill>
                <a:prstDash val="dash"/>
                <a:miter lim="800000"/>
                <a:headEnd len="sm" w="sm" type="none"/>
                <a:tailEnd len="sm" w="sm" type="none"/>
              </a:ln>
            </p:spPr>
          </p:cxnSp>
          <p:cxnSp>
            <p:nvCxnSpPr>
              <p:cNvPr id="205" name="Google Shape;205;p29"/>
              <p:cNvCxnSpPr/>
              <p:nvPr/>
            </p:nvCxnSpPr>
            <p:spPr>
              <a:xfrm rot="10800000">
                <a:off x="3546151" y="4141660"/>
                <a:ext cx="21456" cy="2703063"/>
              </a:xfrm>
              <a:prstGeom prst="straightConnector1">
                <a:avLst/>
              </a:prstGeom>
              <a:noFill/>
              <a:ln cap="flat" cmpd="sng" w="9525">
                <a:solidFill>
                  <a:srgbClr val="A5A5A5"/>
                </a:solidFill>
                <a:prstDash val="dash"/>
                <a:miter lim="800000"/>
                <a:headEnd len="sm" w="sm" type="none"/>
                <a:tailEnd len="sm" w="sm" type="none"/>
              </a:ln>
            </p:spPr>
          </p:cxnSp>
          <p:cxnSp>
            <p:nvCxnSpPr>
              <p:cNvPr id="206" name="Google Shape;206;p29"/>
              <p:cNvCxnSpPr/>
              <p:nvPr/>
            </p:nvCxnSpPr>
            <p:spPr>
              <a:xfrm rot="10800000">
                <a:off x="5066550" y="0"/>
                <a:ext cx="23110" cy="2911401"/>
              </a:xfrm>
              <a:prstGeom prst="straightConnector1">
                <a:avLst/>
              </a:prstGeom>
              <a:noFill/>
              <a:ln cap="flat" cmpd="sng" w="9525">
                <a:solidFill>
                  <a:srgbClr val="A5A5A5"/>
                </a:solidFill>
                <a:prstDash val="dash"/>
                <a:miter lim="800000"/>
                <a:headEnd len="sm" w="sm" type="none"/>
                <a:tailEnd len="sm" w="sm" type="none"/>
              </a:ln>
            </p:spPr>
          </p:cxnSp>
          <p:cxnSp>
            <p:nvCxnSpPr>
              <p:cNvPr id="207" name="Google Shape;207;p29"/>
              <p:cNvCxnSpPr/>
              <p:nvPr/>
            </p:nvCxnSpPr>
            <p:spPr>
              <a:xfrm rot="10800000">
                <a:off x="6588846" y="4111123"/>
                <a:ext cx="0" cy="2733600"/>
              </a:xfrm>
              <a:prstGeom prst="straightConnector1">
                <a:avLst/>
              </a:prstGeom>
              <a:noFill/>
              <a:ln cap="flat" cmpd="sng" w="9525">
                <a:solidFill>
                  <a:srgbClr val="A5A5A5"/>
                </a:solidFill>
                <a:prstDash val="dash"/>
                <a:miter lim="800000"/>
                <a:headEnd len="sm" w="sm" type="none"/>
                <a:tailEnd len="sm" w="sm" type="none"/>
              </a:ln>
            </p:spPr>
          </p:cxnSp>
          <p:cxnSp>
            <p:nvCxnSpPr>
              <p:cNvPr id="208" name="Google Shape;208;p29"/>
              <p:cNvCxnSpPr/>
              <p:nvPr/>
            </p:nvCxnSpPr>
            <p:spPr>
              <a:xfrm rot="10800000">
                <a:off x="8062590" y="0"/>
                <a:ext cx="23175" cy="2919527"/>
              </a:xfrm>
              <a:prstGeom prst="straightConnector1">
                <a:avLst/>
              </a:prstGeom>
              <a:noFill/>
              <a:ln cap="flat" cmpd="sng" w="9525">
                <a:solidFill>
                  <a:srgbClr val="A5A5A5"/>
                </a:solidFill>
                <a:prstDash val="dash"/>
                <a:miter lim="800000"/>
                <a:headEnd len="sm" w="sm" type="none"/>
                <a:tailEnd len="sm" w="sm" type="none"/>
              </a:ln>
            </p:spPr>
          </p:cxnSp>
          <p:cxnSp>
            <p:nvCxnSpPr>
              <p:cNvPr id="209" name="Google Shape;209;p29"/>
              <p:cNvCxnSpPr/>
              <p:nvPr/>
            </p:nvCxnSpPr>
            <p:spPr>
              <a:xfrm rot="10800000">
                <a:off x="9623051" y="4111124"/>
                <a:ext cx="0" cy="2733599"/>
              </a:xfrm>
              <a:prstGeom prst="straightConnector1">
                <a:avLst/>
              </a:prstGeom>
              <a:noFill/>
              <a:ln cap="flat" cmpd="sng" w="9525">
                <a:solidFill>
                  <a:srgbClr val="A5A5A5"/>
                </a:solidFill>
                <a:prstDash val="dash"/>
                <a:miter lim="800000"/>
                <a:headEnd len="sm" w="sm" type="none"/>
                <a:tailEnd len="sm" w="sm" type="none"/>
              </a:ln>
            </p:spPr>
          </p:cxnSp>
          <p:cxnSp>
            <p:nvCxnSpPr>
              <p:cNvPr id="210" name="Google Shape;210;p29"/>
              <p:cNvCxnSpPr/>
              <p:nvPr/>
            </p:nvCxnSpPr>
            <p:spPr>
              <a:xfrm rot="10800000">
                <a:off x="11156844" y="0"/>
                <a:ext cx="0" cy="2924849"/>
              </a:xfrm>
              <a:prstGeom prst="straightConnector1">
                <a:avLst/>
              </a:prstGeom>
              <a:noFill/>
              <a:ln cap="flat" cmpd="sng" w="9525">
                <a:solidFill>
                  <a:srgbClr val="A5A5A5"/>
                </a:solidFill>
                <a:prstDash val="dash"/>
                <a:miter lim="800000"/>
                <a:headEnd len="sm" w="sm" type="none"/>
                <a:tailEnd len="sm" w="sm" type="none"/>
              </a:ln>
            </p:spPr>
          </p:cxnSp>
        </p:grpSp>
        <p:grpSp>
          <p:nvGrpSpPr>
            <p:cNvPr id="211" name="Google Shape;211;p29"/>
            <p:cNvGrpSpPr/>
            <p:nvPr/>
          </p:nvGrpSpPr>
          <p:grpSpPr>
            <a:xfrm>
              <a:off x="729640" y="2343112"/>
              <a:ext cx="10759912" cy="2520183"/>
              <a:chOff x="729640" y="2343112"/>
              <a:chExt cx="10759912" cy="2520183"/>
            </a:xfrm>
          </p:grpSpPr>
          <p:grpSp>
            <p:nvGrpSpPr>
              <p:cNvPr id="212" name="Google Shape;212;p29"/>
              <p:cNvGrpSpPr/>
              <p:nvPr/>
            </p:nvGrpSpPr>
            <p:grpSpPr>
              <a:xfrm>
                <a:off x="729640" y="2920299"/>
                <a:ext cx="1645920" cy="1942996"/>
                <a:chOff x="729640" y="2920299"/>
                <a:chExt cx="1645920" cy="1942996"/>
              </a:xfrm>
            </p:grpSpPr>
            <p:sp>
              <p:nvSpPr>
                <p:cNvPr id="213" name="Google Shape;213;p29"/>
                <p:cNvSpPr/>
                <p:nvPr/>
              </p:nvSpPr>
              <p:spPr>
                <a:xfrm>
                  <a:off x="729640" y="3217375"/>
                  <a:ext cx="1645920" cy="1645920"/>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14" name="Google Shape;214;p29"/>
                <p:cNvSpPr/>
                <p:nvPr/>
              </p:nvSpPr>
              <p:spPr>
                <a:xfrm>
                  <a:off x="1942055" y="2920299"/>
                  <a:ext cx="170462" cy="170462"/>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15" name="Google Shape;215;p29"/>
              <p:cNvGrpSpPr/>
              <p:nvPr/>
            </p:nvGrpSpPr>
            <p:grpSpPr>
              <a:xfrm>
                <a:off x="2251882" y="2355199"/>
                <a:ext cx="1645920" cy="1841155"/>
                <a:chOff x="2251882" y="2355199"/>
                <a:chExt cx="1645920" cy="1841155"/>
              </a:xfrm>
            </p:grpSpPr>
            <p:sp>
              <p:nvSpPr>
                <p:cNvPr id="216" name="Google Shape;216;p29"/>
                <p:cNvSpPr/>
                <p:nvPr/>
              </p:nvSpPr>
              <p:spPr>
                <a:xfrm>
                  <a:off x="2251882" y="2355199"/>
                  <a:ext cx="1645920" cy="1645920"/>
                </a:xfrm>
                <a:prstGeom prst="ellipse">
                  <a:avLst/>
                </a:prstGeom>
                <a:solidFill>
                  <a:srgbClr val="87B9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17" name="Google Shape;217;p29"/>
                <p:cNvSpPr/>
                <p:nvPr/>
              </p:nvSpPr>
              <p:spPr>
                <a:xfrm>
                  <a:off x="3475097" y="4025892"/>
                  <a:ext cx="170462" cy="170462"/>
                </a:xfrm>
                <a:prstGeom prst="ellipse">
                  <a:avLst/>
                </a:prstGeom>
                <a:solidFill>
                  <a:srgbClr val="87B9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18" name="Google Shape;218;p29"/>
              <p:cNvGrpSpPr/>
              <p:nvPr/>
            </p:nvGrpSpPr>
            <p:grpSpPr>
              <a:xfrm>
                <a:off x="9843632" y="2920299"/>
                <a:ext cx="1645920" cy="1942995"/>
                <a:chOff x="9843632" y="2920299"/>
                <a:chExt cx="1645920" cy="1942995"/>
              </a:xfrm>
            </p:grpSpPr>
            <p:sp>
              <p:nvSpPr>
                <p:cNvPr id="219" name="Google Shape;219;p29"/>
                <p:cNvSpPr/>
                <p:nvPr/>
              </p:nvSpPr>
              <p:spPr>
                <a:xfrm>
                  <a:off x="9843632" y="3217374"/>
                  <a:ext cx="1645920" cy="1645920"/>
                </a:xfrm>
                <a:prstGeom prst="ellipse">
                  <a:avLst/>
                </a:prstGeom>
                <a:solidFill>
                  <a:srgbClr val="9B9BA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20" name="Google Shape;220;p29"/>
                <p:cNvSpPr/>
                <p:nvPr/>
              </p:nvSpPr>
              <p:spPr>
                <a:xfrm>
                  <a:off x="11079396" y="2920299"/>
                  <a:ext cx="170462" cy="170462"/>
                </a:xfrm>
                <a:prstGeom prst="ellipse">
                  <a:avLst/>
                </a:prstGeom>
                <a:solidFill>
                  <a:srgbClr val="9B9BA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21" name="Google Shape;221;p29"/>
              <p:cNvGrpSpPr/>
              <p:nvPr/>
            </p:nvGrpSpPr>
            <p:grpSpPr>
              <a:xfrm>
                <a:off x="8322366" y="2343112"/>
                <a:ext cx="1645920" cy="1853242"/>
                <a:chOff x="8322366" y="2343112"/>
                <a:chExt cx="1645920" cy="1853242"/>
              </a:xfrm>
            </p:grpSpPr>
            <p:sp>
              <p:nvSpPr>
                <p:cNvPr id="222" name="Google Shape;222;p29"/>
                <p:cNvSpPr/>
                <p:nvPr/>
              </p:nvSpPr>
              <p:spPr>
                <a:xfrm>
                  <a:off x="8322366" y="2343112"/>
                  <a:ext cx="1645920" cy="164592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23" name="Google Shape;223;p29"/>
                <p:cNvSpPr/>
                <p:nvPr/>
              </p:nvSpPr>
              <p:spPr>
                <a:xfrm>
                  <a:off x="9551267" y="4025892"/>
                  <a:ext cx="170462" cy="170462"/>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24" name="Google Shape;224;p29"/>
              <p:cNvGrpSpPr/>
              <p:nvPr/>
            </p:nvGrpSpPr>
            <p:grpSpPr>
              <a:xfrm>
                <a:off x="6800721" y="2875553"/>
                <a:ext cx="1645920" cy="1987742"/>
                <a:chOff x="6800721" y="2875553"/>
                <a:chExt cx="1645920" cy="1987742"/>
              </a:xfrm>
            </p:grpSpPr>
            <p:sp>
              <p:nvSpPr>
                <p:cNvPr id="225" name="Google Shape;225;p29"/>
                <p:cNvSpPr/>
                <p:nvPr/>
              </p:nvSpPr>
              <p:spPr>
                <a:xfrm>
                  <a:off x="6800721" y="3217375"/>
                  <a:ext cx="1645920" cy="164592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26" name="Google Shape;226;p29"/>
                <p:cNvSpPr/>
                <p:nvPr/>
              </p:nvSpPr>
              <p:spPr>
                <a:xfrm>
                  <a:off x="8005558" y="2875553"/>
                  <a:ext cx="170462" cy="170462"/>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27" name="Google Shape;227;p29"/>
              <p:cNvGrpSpPr/>
              <p:nvPr/>
            </p:nvGrpSpPr>
            <p:grpSpPr>
              <a:xfrm>
                <a:off x="3767450" y="2920299"/>
                <a:ext cx="1645920" cy="1942996"/>
                <a:chOff x="3767450" y="2920299"/>
                <a:chExt cx="1645920" cy="1942996"/>
              </a:xfrm>
            </p:grpSpPr>
            <p:sp>
              <p:nvSpPr>
                <p:cNvPr id="228" name="Google Shape;228;p29"/>
                <p:cNvSpPr/>
                <p:nvPr/>
              </p:nvSpPr>
              <p:spPr>
                <a:xfrm>
                  <a:off x="3767450" y="3217375"/>
                  <a:ext cx="1645920" cy="164592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E69B3"/>
                    </a:solidFill>
                    <a:latin typeface="Verdana"/>
                    <a:ea typeface="Verdana"/>
                    <a:cs typeface="Verdana"/>
                    <a:sym typeface="Verdana"/>
                  </a:endParaRPr>
                </a:p>
              </p:txBody>
            </p:sp>
            <p:sp>
              <p:nvSpPr>
                <p:cNvPr id="229" name="Google Shape;229;p29"/>
                <p:cNvSpPr/>
                <p:nvPr/>
              </p:nvSpPr>
              <p:spPr>
                <a:xfrm>
                  <a:off x="5007480" y="2920299"/>
                  <a:ext cx="170462" cy="170462"/>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nvGrpSpPr>
              <p:cNvPr id="230" name="Google Shape;230;p29"/>
              <p:cNvGrpSpPr/>
              <p:nvPr/>
            </p:nvGrpSpPr>
            <p:grpSpPr>
              <a:xfrm>
                <a:off x="5285153" y="2355199"/>
                <a:ext cx="1645920" cy="1813584"/>
                <a:chOff x="5285153" y="2355199"/>
                <a:chExt cx="1645920" cy="1813584"/>
              </a:xfrm>
            </p:grpSpPr>
            <p:sp>
              <p:nvSpPr>
                <p:cNvPr id="231" name="Google Shape;231;p29"/>
                <p:cNvSpPr/>
                <p:nvPr/>
              </p:nvSpPr>
              <p:spPr>
                <a:xfrm>
                  <a:off x="5285153" y="2355199"/>
                  <a:ext cx="1645920" cy="1645920"/>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232" name="Google Shape;232;p29"/>
                <p:cNvSpPr/>
                <p:nvPr/>
              </p:nvSpPr>
              <p:spPr>
                <a:xfrm>
                  <a:off x="6509626" y="3998321"/>
                  <a:ext cx="170462" cy="170462"/>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grpSp>
        </p:grpSp>
      </p:grpSp>
      <p:sp>
        <p:nvSpPr>
          <p:cNvPr id="233" name="Google Shape;233;p29"/>
          <p:cNvSpPr txBox="1"/>
          <p:nvPr>
            <p:ph idx="1" type="body"/>
          </p:nvPr>
        </p:nvSpPr>
        <p:spPr>
          <a:xfrm>
            <a:off x="230188" y="712487"/>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4" name="Google Shape;234;p29"/>
          <p:cNvSpPr txBox="1"/>
          <p:nvPr>
            <p:ph idx="2" type="body"/>
          </p:nvPr>
        </p:nvSpPr>
        <p:spPr>
          <a:xfrm>
            <a:off x="2526128" y="712487"/>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29"/>
          <p:cNvSpPr txBox="1"/>
          <p:nvPr>
            <p:ph idx="3" type="body"/>
          </p:nvPr>
        </p:nvSpPr>
        <p:spPr>
          <a:xfrm>
            <a:off x="4769886" y="712487"/>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6" name="Google Shape;236;p29"/>
          <p:cNvSpPr txBox="1"/>
          <p:nvPr>
            <p:ph idx="4" type="body"/>
          </p:nvPr>
        </p:nvSpPr>
        <p:spPr>
          <a:xfrm>
            <a:off x="7088188" y="712487"/>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7" name="Google Shape;237;p29"/>
          <p:cNvSpPr txBox="1"/>
          <p:nvPr>
            <p:ph idx="5" type="body"/>
          </p:nvPr>
        </p:nvSpPr>
        <p:spPr>
          <a:xfrm>
            <a:off x="1393067" y="3820950"/>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8" name="Google Shape;238;p29"/>
          <p:cNvSpPr txBox="1"/>
          <p:nvPr>
            <p:ph idx="6" type="body"/>
          </p:nvPr>
        </p:nvSpPr>
        <p:spPr>
          <a:xfrm>
            <a:off x="3666643" y="3820950"/>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9" name="Google Shape;239;p29"/>
          <p:cNvSpPr txBox="1"/>
          <p:nvPr>
            <p:ph idx="7" type="body"/>
          </p:nvPr>
        </p:nvSpPr>
        <p:spPr>
          <a:xfrm>
            <a:off x="5940219" y="3820950"/>
            <a:ext cx="1249128" cy="531019"/>
          </a:xfrm>
          <a:prstGeom prst="rect">
            <a:avLst/>
          </a:prstGeom>
          <a:noFill/>
          <a:ln>
            <a:noFill/>
          </a:ln>
        </p:spPr>
        <p:txBody>
          <a:bodyPr anchorCtr="0" anchor="t" bIns="34275" lIns="68575" spcFirstLastPara="1" rIns="68575" wrap="square" tIns="34275">
            <a:normAutofit/>
          </a:bodyPr>
          <a:lstStyle>
            <a:lvl1pPr indent="-228600" lvl="0" marL="457200" algn="l">
              <a:lnSpc>
                <a:spcPct val="140000"/>
              </a:lnSpc>
              <a:spcBef>
                <a:spcPts val="800"/>
              </a:spcBef>
              <a:spcAft>
                <a:spcPts val="0"/>
              </a:spcAft>
              <a:buSzPts val="800"/>
              <a:buNone/>
              <a:defRPr sz="800"/>
            </a:lvl1pPr>
            <a:lvl2pPr indent="-228600" lvl="1" marL="914400" algn="ctr">
              <a:lnSpc>
                <a:spcPct val="100000"/>
              </a:lnSpc>
              <a:spcBef>
                <a:spcPts val="400"/>
              </a:spcBef>
              <a:spcAft>
                <a:spcPts val="0"/>
              </a:spcAft>
              <a:buSzPts val="1500"/>
              <a:buNone/>
              <a:defRPr sz="1500"/>
            </a:lvl2pPr>
            <a:lvl3pPr indent="-228600" lvl="2" marL="1371600" algn="ctr">
              <a:lnSpc>
                <a:spcPct val="100000"/>
              </a:lnSpc>
              <a:spcBef>
                <a:spcPts val="400"/>
              </a:spcBef>
              <a:spcAft>
                <a:spcPts val="0"/>
              </a:spcAft>
              <a:buSzPts val="1500"/>
              <a:buNone/>
              <a:defRPr sz="1500"/>
            </a:lvl3pPr>
            <a:lvl4pPr indent="-228600" lvl="3" marL="1828800" algn="ctr">
              <a:lnSpc>
                <a:spcPct val="100000"/>
              </a:lnSpc>
              <a:spcBef>
                <a:spcPts val="400"/>
              </a:spcBef>
              <a:spcAft>
                <a:spcPts val="0"/>
              </a:spcAft>
              <a:buSzPts val="1500"/>
              <a:buNone/>
              <a:defRPr sz="1500"/>
            </a:lvl4pPr>
            <a:lvl5pPr indent="-228600" lvl="4" marL="2286000" algn="ctr">
              <a:lnSpc>
                <a:spcPct val="100000"/>
              </a:lnSpc>
              <a:spcBef>
                <a:spcPts val="400"/>
              </a:spcBef>
              <a:spcAft>
                <a:spcPts val="0"/>
              </a:spcAft>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8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172"/>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2900"/>
              <a:buFont typeface="Montserrat"/>
              <a:buNone/>
              <a:defRPr b="0" i="0" sz="29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100000"/>
              </a:lnSpc>
              <a:spcBef>
                <a:spcPts val="800"/>
              </a:spcBef>
              <a:spcAft>
                <a:spcPts val="0"/>
              </a:spcAft>
              <a:buClr>
                <a:schemeClr val="dk1"/>
              </a:buClr>
              <a:buSzPts val="2100"/>
              <a:buFont typeface="Arial"/>
              <a:buChar char="•"/>
              <a:defRPr b="0" i="0" sz="2100" u="none" cap="none" strike="noStrike">
                <a:solidFill>
                  <a:schemeClr val="dk1"/>
                </a:solidFill>
                <a:latin typeface="Montserrat"/>
                <a:ea typeface="Montserrat"/>
                <a:cs typeface="Montserrat"/>
                <a:sym typeface="Montserrat"/>
              </a:defRPr>
            </a:lvl1pPr>
            <a:lvl2pPr indent="-342900" lvl="1" marL="9144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2pPr>
            <a:lvl3pPr indent="-323850" lvl="2" marL="1371600" marR="0" rtl="0" algn="l">
              <a:lnSpc>
                <a:spcPct val="100000"/>
              </a:lnSpc>
              <a:spcBef>
                <a:spcPts val="400"/>
              </a:spcBef>
              <a:spcAft>
                <a:spcPts val="0"/>
              </a:spcAft>
              <a:buClr>
                <a:schemeClr val="dk1"/>
              </a:buClr>
              <a:buSzPts val="1500"/>
              <a:buFont typeface="Arial"/>
              <a:buChar char="•"/>
              <a:defRPr b="0" i="0" sz="1500" u="none" cap="none" strike="noStrike">
                <a:solidFill>
                  <a:schemeClr val="dk1"/>
                </a:solidFill>
                <a:latin typeface="Montserrat"/>
                <a:ea typeface="Montserrat"/>
                <a:cs typeface="Montserrat"/>
                <a:sym typeface="Montserrat"/>
              </a:defRPr>
            </a:lvl3pPr>
            <a:lvl4pPr indent="-317500" lvl="3" marL="18288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4pPr>
            <a:lvl5pPr indent="-317500" lvl="4" marL="22860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9pPr>
          </a:lstStyle>
          <a:p/>
        </p:txBody>
      </p:sp>
      <p:sp>
        <p:nvSpPr>
          <p:cNvPr id="8" name="Google Shape;8;p1"/>
          <p:cNvSpPr txBox="1"/>
          <p:nvPr/>
        </p:nvSpPr>
        <p:spPr>
          <a:xfrm>
            <a:off x="392376" y="4869599"/>
            <a:ext cx="19092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8A8D90"/>
                </a:solidFill>
                <a:latin typeface="Montserrat"/>
                <a:ea typeface="Montserrat"/>
                <a:cs typeface="Montserrat"/>
                <a:sym typeface="Montserrat"/>
              </a:rPr>
              <a:t>© Copyright 2026 Cloud Software Group, Inc.</a:t>
            </a:r>
            <a:endParaRPr b="0" i="0" sz="500" u="none" cap="none" strike="noStrike">
              <a:solidFill>
                <a:srgbClr val="8A8D90"/>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000" b="1">
                <a:solidFill>
                  <a:srgbClr val="24323F"/>
                </a:solidFill>
              </a:rPr>
              <a:t>Electric Power Distribution — Residential Self-Service Assistant</a:t>
            </a:r>
          </a:p>
        </p:txBody>
      </p:sp>
      <p:sp>
        <p:nvSpPr>
          <p:cNvPr id="3" name="Subtitle 2"/>
          <p:cNvSpPr>
            <a:spLocks noGrp="1"/>
          </p:cNvSpPr>
          <p:nvPr>
            <p:ph type="subTitle" idx="1"/>
          </p:nvPr>
        </p:nvSpPr>
        <p:spPr/>
        <p:txBody>
          <a:bodyPr/>
          <a:lstStyle/>
          <a:p>
            <a:r>
              <a:rPr sz="1300">
                <a:solidFill>
                  <a:srgbClr val="333333"/>
                </a:solidFill>
              </a:rPr>
              <a:t>A conversational AI that lets utility customers check bills, energy usage and outages — and take action (report an outage, schedule a visit, request reconnection) — over a real-time chat.</a:t>
            </a:r>
          </a:p>
        </p:txBody>
      </p:sp>
      <p:sp>
        <p:nvSpPr>
          <p:cNvPr id="4" name="TextBox 3"/>
          <p:cNvSpPr txBox="1"/>
          <p:nvPr/>
        </p:nvSpPr>
        <p:spPr>
          <a:xfrm>
            <a:off x="310896" y="384048"/>
            <a:ext cx="8503920" cy="320040"/>
          </a:xfrm>
          <a:prstGeom prst="rect">
            <a:avLst/>
          </a:prstGeom>
          <a:noFill/>
        </p:spPr>
        <p:txBody>
          <a:bodyPr wrap="square" anchor="t" lIns="38100" rIns="38100" tIns="12700" bIns="12700">
            <a:spAutoFit/>
          </a:bodyPr>
          <a:lstStyle/>
          <a:p>
            <a:pPr algn="ctr">
              <a:spcBef>
                <a:spcPts val="0"/>
              </a:spcBef>
              <a:spcAft>
                <a:spcPts val="200"/>
              </a:spcAft>
            </a:pPr>
            <a:r>
              <a:rPr sz="1200" b="1">
                <a:solidFill>
                  <a:srgbClr val="6C40F3"/>
                </a:solidFill>
              </a:rPr>
              <a:t>AGENTIC AI ON TIBCO FLOGO ENTERPRISE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24323F"/>
                </a:solidFill>
              </a:rPr>
              <a:t>The problem we automate</a:t>
            </a:r>
          </a:p>
        </p:txBody>
      </p:sp>
      <p:sp>
        <p:nvSpPr>
          <p:cNvPr id="3" name="Rounded Rectangle 2"/>
          <p:cNvSpPr/>
          <p:nvPr/>
        </p:nvSpPr>
        <p:spPr>
          <a:xfrm>
            <a:off x="411480" y="960120"/>
            <a:ext cx="3977639" cy="2468880"/>
          </a:xfrm>
          <a:prstGeom prst="roundRect">
            <a:avLst/>
          </a:prstGeom>
          <a:solidFill>
            <a:srgbClr val="EEF2F6"/>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4" name="TextBox 3"/>
          <p:cNvSpPr txBox="1"/>
          <p:nvPr/>
        </p:nvSpPr>
        <p:spPr>
          <a:xfrm>
            <a:off x="566928" y="1078992"/>
            <a:ext cx="3657600" cy="2286000"/>
          </a:xfrm>
          <a:prstGeom prst="rect">
            <a:avLst/>
          </a:prstGeom>
          <a:noFill/>
        </p:spPr>
        <p:txBody>
          <a:bodyPr wrap="square" anchor="t" lIns="38100" rIns="38100" tIns="12700" bIns="12700">
            <a:spAutoFit/>
          </a:bodyPr>
          <a:lstStyle/>
          <a:p>
            <a:pPr algn="l">
              <a:spcBef>
                <a:spcPts val="0"/>
              </a:spcBef>
              <a:spcAft>
                <a:spcPts val="200"/>
              </a:spcAft>
            </a:pPr>
            <a:r>
              <a:rPr sz="1200" b="1">
                <a:solidFill>
                  <a:srgbClr val="24323F"/>
                </a:solidFill>
              </a:rPr>
              <a:t>TODAY</a:t>
            </a:r>
          </a:p>
          <a:p>
            <a:pPr algn="l">
              <a:spcBef>
                <a:spcPts val="0"/>
              </a:spcBef>
              <a:spcAft>
                <a:spcPts val="200"/>
              </a:spcAft>
            </a:pPr>
            <a:r>
              <a:rPr sz="1050" b="0">
                <a:solidFill>
                  <a:srgbClr val="333333"/>
                </a:solidFill>
              </a:rPr>
              <a:t>• Call-center bound — routine billing, usage &amp; outage questions tie up agents</a:t>
            </a:r>
          </a:p>
          <a:p>
            <a:pPr algn="l">
              <a:spcBef>
                <a:spcPts val="0"/>
              </a:spcBef>
              <a:spcAft>
                <a:spcPts val="200"/>
              </a:spcAft>
            </a:pPr>
            <a:r>
              <a:rPr sz="1050" b="0">
                <a:solidFill>
                  <a:srgbClr val="333333"/>
                </a:solidFill>
              </a:rPr>
              <a:t>• Low-risk actions (report outage, reconnect) handled manually</a:t>
            </a:r>
          </a:p>
          <a:p>
            <a:pPr algn="l">
              <a:spcBef>
                <a:spcPts val="0"/>
              </a:spcBef>
              <a:spcAft>
                <a:spcPts val="200"/>
              </a:spcAft>
            </a:pPr>
            <a:r>
              <a:rPr sz="1050" b="0">
                <a:solidFill>
                  <a:srgbClr val="333333"/>
                </a:solidFill>
              </a:rPr>
              <a:t>• After-hours gaps; storm-driven outage call spikes</a:t>
            </a:r>
          </a:p>
          <a:p>
            <a:pPr algn="l">
              <a:spcBef>
                <a:spcPts val="0"/>
              </a:spcBef>
              <a:spcAft>
                <a:spcPts val="200"/>
              </a:spcAft>
            </a:pPr>
            <a:r>
              <a:rPr sz="1050" b="0">
                <a:solidFill>
                  <a:srgbClr val="333333"/>
                </a:solidFill>
              </a:rPr>
              <a:t>• Inconsistent answers, little audit trail</a:t>
            </a:r>
          </a:p>
        </p:txBody>
      </p:sp>
      <p:sp>
        <p:nvSpPr>
          <p:cNvPr id="5" name="Rounded Rectangle 4"/>
          <p:cNvSpPr/>
          <p:nvPr/>
        </p:nvSpPr>
        <p:spPr>
          <a:xfrm>
            <a:off x="4617720" y="960120"/>
            <a:ext cx="4114800" cy="2468880"/>
          </a:xfrm>
          <a:prstGeom prst="roundRect">
            <a:avLst/>
          </a:prstGeom>
          <a:solidFill>
            <a:srgbClr val="EAF3FB"/>
          </a:solidFill>
          <a:ln w="12700">
            <a:solidFill>
              <a:srgbClr val="BFDCF3"/>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6" name="TextBox 5"/>
          <p:cNvSpPr txBox="1"/>
          <p:nvPr/>
        </p:nvSpPr>
        <p:spPr>
          <a:xfrm>
            <a:off x="4773168" y="1078992"/>
            <a:ext cx="3803904" cy="2286000"/>
          </a:xfrm>
          <a:prstGeom prst="rect">
            <a:avLst/>
          </a:prstGeom>
          <a:noFill/>
        </p:spPr>
        <p:txBody>
          <a:bodyPr wrap="square" anchor="t" lIns="38100" rIns="38100" tIns="12700" bIns="12700">
            <a:spAutoFit/>
          </a:bodyPr>
          <a:lstStyle/>
          <a:p>
            <a:pPr algn="l">
              <a:spcBef>
                <a:spcPts val="0"/>
              </a:spcBef>
              <a:spcAft>
                <a:spcPts val="200"/>
              </a:spcAft>
            </a:pPr>
            <a:r>
              <a:rPr sz="1200" b="1">
                <a:solidFill>
                  <a:srgbClr val="3A8DDE"/>
                </a:solidFill>
              </a:rPr>
              <a:t>WITH FLOGO AGENTIC AI</a:t>
            </a:r>
          </a:p>
          <a:p>
            <a:pPr algn="l">
              <a:spcBef>
                <a:spcPts val="0"/>
              </a:spcBef>
              <a:spcAft>
                <a:spcPts val="200"/>
              </a:spcAft>
            </a:pPr>
            <a:r>
              <a:rPr sz="1050" b="0">
                <a:solidFill>
                  <a:srgbClr val="333333"/>
                </a:solidFill>
              </a:rPr>
              <a:t>• 24/7 natural-language self-service</a:t>
            </a:r>
          </a:p>
          <a:p>
            <a:pPr algn="l">
              <a:spcBef>
                <a:spcPts val="0"/>
              </a:spcBef>
              <a:spcAft>
                <a:spcPts val="200"/>
              </a:spcAft>
            </a:pPr>
            <a:r>
              <a:rPr sz="1050" b="0">
                <a:solidFill>
                  <a:srgbClr val="333333"/>
                </a:solidFill>
              </a:rPr>
              <a:t>• Instant bill, usage &amp; outage answers</a:t>
            </a:r>
          </a:p>
          <a:p>
            <a:pPr algn="l">
              <a:spcBef>
                <a:spcPts val="0"/>
              </a:spcBef>
              <a:spcAft>
                <a:spcPts val="200"/>
              </a:spcAft>
            </a:pPr>
            <a:r>
              <a:rPr sz="1050" b="0">
                <a:solidFill>
                  <a:srgbClr val="333333"/>
                </a:solidFill>
              </a:rPr>
              <a:t>• Guided actions with confirm-before-write guardrails</a:t>
            </a:r>
          </a:p>
          <a:p>
            <a:pPr algn="l">
              <a:spcBef>
                <a:spcPts val="0"/>
              </a:spcBef>
              <a:spcAft>
                <a:spcPts val="200"/>
              </a:spcAft>
            </a:pPr>
            <a:r>
              <a:rPr sz="1050" b="0">
                <a:solidFill>
                  <a:srgbClr val="333333"/>
                </a:solidFill>
              </a:rPr>
              <a:t>• Deflects call volume; consistent &amp; auditable</a:t>
            </a:r>
          </a:p>
        </p:txBody>
      </p:sp>
      <p:sp>
        <p:nvSpPr>
          <p:cNvPr id="7" name="Rounded Rectangle 6"/>
          <p:cNvSpPr/>
          <p:nvPr/>
        </p:nvSpPr>
        <p:spPr>
          <a:xfrm>
            <a:off x="411480" y="3657600"/>
            <a:ext cx="8321040" cy="640080"/>
          </a:xfrm>
          <a:prstGeom prst="roundRect">
            <a:avLst/>
          </a:prstGeom>
          <a:solidFill>
            <a:srgbClr val="6C40F3"/>
          </a:solidFill>
          <a:ln w="12700">
            <a:solidFill>
              <a:srgbClr val="6C40F3"/>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a:solidFill>
                  <a:srgbClr val="FFFFFF"/>
                </a:solidFill>
              </a:rPr>
              <a:t>9 read tools   ·   4 action agents   ·   1 chat orchestrator   ·   all on TIBCO Flogo Enterprise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24323F"/>
                </a:solidFill>
              </a:rPr>
              <a:t>How it fits together — the 3-app pattern</a:t>
            </a:r>
          </a:p>
        </p:txBody>
      </p:sp>
      <p:sp>
        <p:nvSpPr>
          <p:cNvPr id="3" name="Rounded Rectangle 2"/>
          <p:cNvSpPr/>
          <p:nvPr/>
        </p:nvSpPr>
        <p:spPr>
          <a:xfrm>
            <a:off x="274320" y="2148840"/>
            <a:ext cx="1600200" cy="868680"/>
          </a:xfrm>
          <a:prstGeom prst="roundRect">
            <a:avLst/>
          </a:prstGeom>
          <a:solidFill>
            <a:srgbClr val="B4B4B4"/>
          </a:solidFill>
          <a:ln w="1270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050" b="1">
                <a:solidFill>
                  <a:srgbClr val="24323F"/>
                </a:solidFill>
              </a:rPr>
              <a:t>Chatbot UI</a:t>
            </a:r>
          </a:p>
          <a:p>
            <a:pPr algn="ctr">
              <a:spcBef>
                <a:spcPts val="0"/>
              </a:spcBef>
              <a:spcAft>
                <a:spcPts val="100"/>
              </a:spcAft>
            </a:pPr>
            <a:r>
              <a:rPr sz="800" b="0">
                <a:solidFill>
                  <a:srgbClr val="24323F"/>
                </a:solidFill>
              </a:rPr>
              <a:t>(browser)</a:t>
            </a:r>
          </a:p>
        </p:txBody>
      </p:sp>
      <p:sp>
        <p:nvSpPr>
          <p:cNvPr id="4" name="Rounded Rectangle 3"/>
          <p:cNvSpPr/>
          <p:nvPr/>
        </p:nvSpPr>
        <p:spPr>
          <a:xfrm>
            <a:off x="2788920" y="932688"/>
            <a:ext cx="1828800" cy="475488"/>
          </a:xfrm>
          <a:prstGeom prst="roundRect">
            <a:avLst/>
          </a:prstGeom>
          <a:solidFill>
            <a:srgbClr val="CABDFB"/>
          </a:solidFill>
          <a:ln w="12700">
            <a:solidFill>
              <a:srgbClr val="CABDF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950" b="1">
                <a:solidFill>
                  <a:srgbClr val="24323F"/>
                </a:solidFill>
              </a:rPr>
              <a:t>OpenAI LLM — gpt-5.5</a:t>
            </a:r>
          </a:p>
        </p:txBody>
      </p:sp>
      <p:sp>
        <p:nvSpPr>
          <p:cNvPr id="5" name="Rounded Rectangle 4"/>
          <p:cNvSpPr/>
          <p:nvPr/>
        </p:nvSpPr>
        <p:spPr>
          <a:xfrm>
            <a:off x="2331720" y="1828800"/>
            <a:ext cx="2331720" cy="1353312"/>
          </a:xfrm>
          <a:prstGeom prst="roundRect">
            <a:avLst/>
          </a:prstGeom>
          <a:solidFill>
            <a:srgbClr val="6C40F3"/>
          </a:solidFill>
          <a:ln w="12700">
            <a:solidFill>
              <a:srgbClr val="6C40F3"/>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00" b="1">
                <a:solidFill>
                  <a:srgbClr val="FFFFFF"/>
                </a:solidFill>
              </a:rPr>
              <a:t>AI Orchestrator</a:t>
            </a:r>
          </a:p>
          <a:p>
            <a:pPr algn="ctr">
              <a:spcBef>
                <a:spcPts val="0"/>
              </a:spcBef>
              <a:spcAft>
                <a:spcPts val="100"/>
              </a:spcAft>
            </a:pPr>
            <a:r>
              <a:rPr sz="750" b="0">
                <a:solidFill>
                  <a:srgbClr val="DCE6F2"/>
                </a:solidFill>
              </a:rPr>
              <a:t>PowerDistributionAIOrchestrator</a:t>
            </a:r>
          </a:p>
          <a:p>
            <a:pPr algn="ctr">
              <a:spcBef>
                <a:spcPts val="0"/>
              </a:spcBef>
              <a:spcAft>
                <a:spcPts val="100"/>
              </a:spcAft>
            </a:pPr>
            <a:r>
              <a:rPr sz="750" b="0">
                <a:solidFill>
                  <a:srgbClr val="DCE6F2"/>
                </a:solidFill>
              </a:rPr>
              <a:t>WebSocket :9680 · /grid</a:t>
            </a:r>
          </a:p>
          <a:p>
            <a:pPr algn="ctr">
              <a:spcBef>
                <a:spcPts val="0"/>
              </a:spcBef>
              <a:spcAft>
                <a:spcPts val="100"/>
              </a:spcAft>
            </a:pPr>
            <a:r>
              <a:rPr sz="750" b="0">
                <a:solidFill>
                  <a:srgbClr val="DCE6F2"/>
                </a:solidFill>
              </a:rPr>
              <a:t>#wsserver → AI Agent → reply</a:t>
            </a:r>
          </a:p>
          <a:p>
            <a:pPr algn="ctr">
              <a:spcBef>
                <a:spcPts val="0"/>
              </a:spcBef>
              <a:spcAft>
                <a:spcPts val="100"/>
              </a:spcAft>
            </a:pPr>
            <a:r>
              <a:rPr sz="750" b="0">
                <a:solidFill>
                  <a:srgbClr val="DCE6F2"/>
                </a:solidFill>
              </a:rPr>
              <a:t>intent routing + guardrails</a:t>
            </a:r>
          </a:p>
        </p:txBody>
      </p:sp>
      <p:sp>
        <p:nvSpPr>
          <p:cNvPr id="6" name="Rounded Rectangle 5"/>
          <p:cNvSpPr/>
          <p:nvPr/>
        </p:nvSpPr>
        <p:spPr>
          <a:xfrm>
            <a:off x="5257800" y="1188720"/>
            <a:ext cx="3566160" cy="868680"/>
          </a:xfrm>
          <a:prstGeom prst="roundRect">
            <a:avLst/>
          </a:prstGeom>
          <a:solidFill>
            <a:srgbClr val="3A8DDE"/>
          </a:solidFill>
          <a:ln w="12700">
            <a:solidFill>
              <a:srgbClr val="3A8DD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050" b="1">
                <a:solidFill>
                  <a:srgbClr val="FFFFFF"/>
                </a:solidFill>
              </a:rPr>
              <a:t>MCP Server — 9 read-only tools</a:t>
            </a:r>
          </a:p>
          <a:p>
            <a:pPr algn="ctr">
              <a:spcBef>
                <a:spcPts val="0"/>
              </a:spcBef>
              <a:spcAft>
                <a:spcPts val="100"/>
              </a:spcAft>
            </a:pPr>
            <a:r>
              <a:rPr sz="780" b="0">
                <a:solidFill>
                  <a:srgbClr val="DCE6F2"/>
                </a:solidFill>
              </a:rPr>
              <a:t>PowerDistributionMCPServer · HTTP :9682 · /grid-bss</a:t>
            </a:r>
          </a:p>
        </p:txBody>
      </p:sp>
      <p:sp>
        <p:nvSpPr>
          <p:cNvPr id="7" name="Rounded Rectangle 6"/>
          <p:cNvSpPr/>
          <p:nvPr/>
        </p:nvSpPr>
        <p:spPr>
          <a:xfrm>
            <a:off x="5257800" y="2331720"/>
            <a:ext cx="3566160" cy="868680"/>
          </a:xfrm>
          <a:prstGeom prst="roundRect">
            <a:avLst/>
          </a:prstGeom>
          <a:solidFill>
            <a:srgbClr val="1E9B6B"/>
          </a:solidFill>
          <a:ln w="12700">
            <a:solidFill>
              <a:srgbClr val="1E9B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050" b="1">
                <a:solidFill>
                  <a:srgbClr val="FFFFFF"/>
                </a:solidFill>
              </a:rPr>
              <a:t>A2A Servers — 4 action agents</a:t>
            </a:r>
          </a:p>
          <a:p>
            <a:pPr algn="ctr">
              <a:spcBef>
                <a:spcPts val="0"/>
              </a:spcBef>
              <a:spcAft>
                <a:spcPts val="100"/>
              </a:spcAft>
            </a:pPr>
            <a:r>
              <a:rPr sz="780" b="0">
                <a:solidFill>
                  <a:srgbClr val="DCE6F2"/>
                </a:solidFill>
              </a:rPr>
              <a:t>PowerDistributionA2AServers · :9683–9686</a:t>
            </a:r>
          </a:p>
        </p:txBody>
      </p:sp>
      <p:sp>
        <p:nvSpPr>
          <p:cNvPr id="8" name="Rounded Rectangle 7"/>
          <p:cNvSpPr/>
          <p:nvPr/>
        </p:nvSpPr>
        <p:spPr>
          <a:xfrm>
            <a:off x="5257800" y="3749039"/>
            <a:ext cx="3566160" cy="658368"/>
          </a:xfrm>
          <a:prstGeom prst="roundRect">
            <a:avLst/>
          </a:prstGeom>
          <a:solidFill>
            <a:srgbClr val="24323F"/>
          </a:solidFill>
          <a:ln w="12700">
            <a:solidFill>
              <a:srgbClr val="24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000" b="1">
                <a:solidFill>
                  <a:srgbClr val="FFFFFF"/>
                </a:solidFill>
              </a:rPr>
              <a:t>PostgreSQL — power_distribution (10 tables)</a:t>
            </a:r>
          </a:p>
        </p:txBody>
      </p:sp>
      <p:sp>
        <p:nvSpPr>
          <p:cNvPr id="9" name="Rounded Rectangle 8"/>
          <p:cNvSpPr/>
          <p:nvPr/>
        </p:nvSpPr>
        <p:spPr>
          <a:xfrm>
            <a:off x="2331720" y="3749039"/>
            <a:ext cx="2331720" cy="658368"/>
          </a:xfrm>
          <a:prstGeom prst="roundRect">
            <a:avLst/>
          </a:prstGeom>
          <a:solidFill>
            <a:srgbClr val="B0DCCB"/>
          </a:solidFill>
          <a:ln w="12700">
            <a:solidFill>
              <a:srgbClr val="B0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000" b="1">
                <a:solidFill>
                  <a:srgbClr val="24323F"/>
                </a:solidFill>
              </a:rPr>
              <a:t>SMTP / Email</a:t>
            </a:r>
          </a:p>
          <a:p>
            <a:pPr algn="ctr">
              <a:spcBef>
                <a:spcPts val="0"/>
              </a:spcBef>
              <a:spcAft>
                <a:spcPts val="100"/>
              </a:spcAft>
            </a:pPr>
            <a:r>
              <a:rPr sz="750" b="0">
                <a:solidFill>
                  <a:srgbClr val="24323F"/>
                </a:solidFill>
              </a:rPr>
              <a:t>confirmation e-mails</a:t>
            </a:r>
          </a:p>
        </p:txBody>
      </p:sp>
      <p:cxnSp>
        <p:nvCxnSpPr>
          <p:cNvPr id="10" name="Connector 9"/>
          <p:cNvCxnSpPr/>
          <p:nvPr/>
        </p:nvCxnSpPr>
        <p:spPr>
          <a:xfrm flipV="1">
            <a:off x="1874519" y="2505456"/>
            <a:ext cx="457201" cy="54864"/>
          </a:xfrm>
          <a:prstGeom prst="line">
            <a:avLst/>
          </a:prstGeom>
          <a:ln w="19050">
            <a:solidFill>
              <a:srgbClr val="24323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520440" y="1417320"/>
            <a:ext cx="91440" cy="411480"/>
          </a:xfrm>
          <a:prstGeom prst="line">
            <a:avLst/>
          </a:prstGeom>
          <a:ln w="19050">
            <a:solidFill>
              <a:srgbClr val="6C40F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663440" y="1737360"/>
            <a:ext cx="594360" cy="502920"/>
          </a:xfrm>
          <a:prstGeom prst="line">
            <a:avLst/>
          </a:prstGeom>
          <a:ln w="19050">
            <a:solidFill>
              <a:srgbClr val="3A8DD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63440" y="2697480"/>
            <a:ext cx="594360" cy="45720"/>
          </a:xfrm>
          <a:prstGeom prst="line">
            <a:avLst/>
          </a:prstGeom>
          <a:ln w="19050">
            <a:solidFill>
              <a:srgbClr val="1E9B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675120" y="2057400"/>
            <a:ext cx="27432" cy="1691639"/>
          </a:xfrm>
          <a:prstGeom prst="line">
            <a:avLst/>
          </a:prstGeom>
          <a:ln w="19050">
            <a:solidFill>
              <a:srgbClr val="3A8DD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223760" y="3200400"/>
            <a:ext cx="27432" cy="548639"/>
          </a:xfrm>
          <a:prstGeom prst="line">
            <a:avLst/>
          </a:prstGeom>
          <a:ln w="19050">
            <a:solidFill>
              <a:srgbClr val="1E9B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931920" y="3200400"/>
            <a:ext cx="1737360" cy="548639"/>
          </a:xfrm>
          <a:prstGeom prst="line">
            <a:avLst/>
          </a:prstGeom>
          <a:ln w="19050">
            <a:solidFill>
              <a:srgbClr val="1E9B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 y="3154680"/>
            <a:ext cx="2103120" cy="274320"/>
          </a:xfrm>
          <a:prstGeom prst="rect">
            <a:avLst/>
          </a:prstGeom>
          <a:noFill/>
        </p:spPr>
        <p:txBody>
          <a:bodyPr wrap="square" anchor="t" lIns="38100" rIns="38100" tIns="12700" bIns="12700">
            <a:spAutoFit/>
          </a:bodyPr>
          <a:lstStyle/>
          <a:p>
            <a:pPr algn="ctr">
              <a:spcBef>
                <a:spcPts val="0"/>
              </a:spcBef>
              <a:spcAft>
                <a:spcPts val="200"/>
              </a:spcAft>
            </a:pPr>
            <a:r>
              <a:rPr sz="800" b="1">
                <a:solidFill>
                  <a:srgbClr val="6C40F3"/>
                </a:solidFill>
              </a:rPr>
              <a:t>WebSocket · :9680 · /grid</a:t>
            </a:r>
          </a:p>
        </p:txBody>
      </p:sp>
      <p:sp>
        <p:nvSpPr>
          <p:cNvPr id="18" name="TextBox 17"/>
          <p:cNvSpPr txBox="1"/>
          <p:nvPr/>
        </p:nvSpPr>
        <p:spPr>
          <a:xfrm>
            <a:off x="274320" y="4590288"/>
            <a:ext cx="8503920" cy="292608"/>
          </a:xfrm>
          <a:prstGeom prst="rect">
            <a:avLst/>
          </a:prstGeom>
          <a:noFill/>
        </p:spPr>
        <p:txBody>
          <a:bodyPr wrap="square" anchor="t" lIns="38100" rIns="38100" tIns="12700" bIns="12700">
            <a:spAutoFit/>
          </a:bodyPr>
          <a:lstStyle/>
          <a:p>
            <a:pPr algn="ctr">
              <a:spcBef>
                <a:spcPts val="0"/>
              </a:spcBef>
              <a:spcAft>
                <a:spcPts val="200"/>
              </a:spcAft>
            </a:pPr>
            <a:r>
              <a:rPr sz="900" b="1">
                <a:solidFill>
                  <a:srgbClr val="24323F"/>
                </a:solidFill>
              </a:rPr>
              <a:t>MCP = reads   ·   A2A = writes   ·   Orchestrator = WebSocket brain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24323F"/>
                </a:solidFill>
              </a:rPr>
              <a:t>What the customer can do</a:t>
            </a:r>
          </a:p>
        </p:txBody>
      </p:sp>
      <p:sp>
        <p:nvSpPr>
          <p:cNvPr id="3" name="Rounded Rectangle 2"/>
          <p:cNvSpPr/>
          <p:nvPr/>
        </p:nvSpPr>
        <p:spPr>
          <a:xfrm>
            <a:off x="411480" y="960120"/>
            <a:ext cx="4160520" cy="2788920"/>
          </a:xfrm>
          <a:prstGeom prst="roundRect">
            <a:avLst/>
          </a:prstGeom>
          <a:solidFill>
            <a:srgbClr val="EAF3FB"/>
          </a:solidFill>
          <a:ln w="12700">
            <a:solidFill>
              <a:srgbClr val="BFDCF3"/>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4" name="TextBox 3"/>
          <p:cNvSpPr txBox="1"/>
          <p:nvPr/>
        </p:nvSpPr>
        <p:spPr>
          <a:xfrm>
            <a:off x="566928" y="1060704"/>
            <a:ext cx="3840480" cy="2606040"/>
          </a:xfrm>
          <a:prstGeom prst="rect">
            <a:avLst/>
          </a:prstGeom>
          <a:noFill/>
        </p:spPr>
        <p:txBody>
          <a:bodyPr wrap="square" anchor="t" lIns="38100" rIns="38100" tIns="12700" bIns="12700">
            <a:spAutoFit/>
          </a:bodyPr>
          <a:lstStyle/>
          <a:p>
            <a:pPr algn="l">
              <a:spcBef>
                <a:spcPts val="0"/>
              </a:spcBef>
              <a:spcAft>
                <a:spcPts val="200"/>
              </a:spcAft>
            </a:pPr>
            <a:r>
              <a:rPr sz="1150" b="1">
                <a:solidFill>
                  <a:srgbClr val="3A8DDE"/>
                </a:solidFill>
              </a:rPr>
              <a:t>ASK &amp; LOOK UP   —   read-only · MCP</a:t>
            </a:r>
          </a:p>
          <a:p>
            <a:pPr algn="l">
              <a:spcBef>
                <a:spcPts val="0"/>
              </a:spcBef>
              <a:spcAft>
                <a:spcPts val="200"/>
              </a:spcAft>
            </a:pPr>
            <a:r>
              <a:rPr sz="1000" b="0">
                <a:solidFill>
                  <a:srgbClr val="333333"/>
                </a:solidFill>
              </a:rPr>
              <a:t>• Account &amp; bill details</a:t>
            </a:r>
          </a:p>
          <a:p>
            <a:pPr algn="l">
              <a:spcBef>
                <a:spcPts val="0"/>
              </a:spcBef>
              <a:spcAft>
                <a:spcPts val="200"/>
              </a:spcAft>
            </a:pPr>
            <a:r>
              <a:rPr sz="1000" b="0">
                <a:solidFill>
                  <a:srgbClr val="333333"/>
                </a:solidFill>
              </a:rPr>
              <a:t>• Line-item bill explanation</a:t>
            </a:r>
          </a:p>
          <a:p>
            <a:pPr algn="l">
              <a:spcBef>
                <a:spcPts val="0"/>
              </a:spcBef>
              <a:spcAft>
                <a:spcPts val="200"/>
              </a:spcAft>
            </a:pPr>
            <a:r>
              <a:rPr sz="1000" b="0">
                <a:solidFill>
                  <a:srgbClr val="333333"/>
                </a:solidFill>
              </a:rPr>
              <a:t>• Energy usage &amp; payment history</a:t>
            </a:r>
          </a:p>
          <a:p>
            <a:pPr algn="l">
              <a:spcBef>
                <a:spcPts val="0"/>
              </a:spcBef>
              <a:spcAft>
                <a:spcPts val="200"/>
              </a:spcAft>
            </a:pPr>
            <a:r>
              <a:rPr sz="1000" b="0">
                <a:solidFill>
                  <a:srgbClr val="333333"/>
                </a:solidFill>
              </a:rPr>
              <a:t>• Rate plans</a:t>
            </a:r>
          </a:p>
          <a:p>
            <a:pPr algn="l">
              <a:spcBef>
                <a:spcPts val="0"/>
              </a:spcBef>
              <a:spcAft>
                <a:spcPts val="200"/>
              </a:spcAft>
            </a:pPr>
            <a:r>
              <a:rPr sz="1000" b="0">
                <a:solidFill>
                  <a:srgbClr val="333333"/>
                </a:solidFill>
              </a:rPr>
              <a:t>• Current outages by area</a:t>
            </a:r>
          </a:p>
          <a:p>
            <a:pPr algn="l">
              <a:spcBef>
                <a:spcPts val="0"/>
              </a:spcBef>
              <a:spcAft>
                <a:spcPts val="200"/>
              </a:spcAft>
            </a:pPr>
            <a:r>
              <a:rPr sz="1000" b="0">
                <a:solidFill>
                  <a:srgbClr val="333333"/>
                </a:solidFill>
              </a:rPr>
              <a:t>• Ticket / appointment / request status</a:t>
            </a:r>
          </a:p>
        </p:txBody>
      </p:sp>
      <p:sp>
        <p:nvSpPr>
          <p:cNvPr id="5" name="Rounded Rectangle 4"/>
          <p:cNvSpPr/>
          <p:nvPr/>
        </p:nvSpPr>
        <p:spPr>
          <a:xfrm>
            <a:off x="4663440" y="960120"/>
            <a:ext cx="4069080" cy="2788920"/>
          </a:xfrm>
          <a:prstGeom prst="roundRect">
            <a:avLst/>
          </a:prstGeom>
          <a:solidFill>
            <a:srgbClr val="E9F6F0"/>
          </a:solidFill>
          <a:ln w="12700">
            <a:solidFill>
              <a:srgbClr val="BFE6D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6" name="TextBox 5"/>
          <p:cNvSpPr txBox="1"/>
          <p:nvPr/>
        </p:nvSpPr>
        <p:spPr>
          <a:xfrm>
            <a:off x="4818888" y="1060704"/>
            <a:ext cx="3749039" cy="2606040"/>
          </a:xfrm>
          <a:prstGeom prst="rect">
            <a:avLst/>
          </a:prstGeom>
          <a:noFill/>
        </p:spPr>
        <p:txBody>
          <a:bodyPr wrap="square" anchor="t" lIns="38100" rIns="38100" tIns="12700" bIns="12700">
            <a:spAutoFit/>
          </a:bodyPr>
          <a:lstStyle/>
          <a:p>
            <a:pPr algn="l">
              <a:spcBef>
                <a:spcPts val="0"/>
              </a:spcBef>
              <a:spcAft>
                <a:spcPts val="200"/>
              </a:spcAft>
            </a:pPr>
            <a:r>
              <a:rPr sz="1150" b="1">
                <a:solidFill>
                  <a:srgbClr val="1E9B6B"/>
                </a:solidFill>
              </a:rPr>
              <a:t>TAKE ACTION   —   guarded writes · A2A</a:t>
            </a:r>
          </a:p>
          <a:p>
            <a:pPr algn="l">
              <a:spcBef>
                <a:spcPts val="0"/>
              </a:spcBef>
              <a:spcAft>
                <a:spcPts val="200"/>
              </a:spcAft>
            </a:pPr>
            <a:r>
              <a:rPr sz="1000" b="0">
                <a:solidFill>
                  <a:srgbClr val="333333"/>
                </a:solidFill>
              </a:rPr>
              <a:t>• Report a power outage (opens a ticket + ETA)</a:t>
            </a:r>
          </a:p>
          <a:p>
            <a:pPr algn="l">
              <a:spcBef>
                <a:spcPts val="0"/>
              </a:spcBef>
              <a:spcAft>
                <a:spcPts val="200"/>
              </a:spcAft>
            </a:pPr>
            <a:r>
              <a:rPr sz="1000" b="0">
                <a:solidFill>
                  <a:srgbClr val="333333"/>
                </a:solidFill>
              </a:rPr>
              <a:t>• Schedule a field appointment</a:t>
            </a:r>
          </a:p>
          <a:p>
            <a:pPr algn="l">
              <a:spcBef>
                <a:spcPts val="0"/>
              </a:spcBef>
              <a:spcAft>
                <a:spcPts val="200"/>
              </a:spcAft>
            </a:pPr>
            <a:r>
              <a:rPr sz="850" b="0">
                <a:solidFill>
                  <a:srgbClr val="333333"/>
                </a:solidFill>
              </a:rPr>
              <a:t>   (meter inspection/upgrade, tree trim, new service, survey)</a:t>
            </a:r>
          </a:p>
          <a:p>
            <a:pPr algn="l">
              <a:spcBef>
                <a:spcPts val="0"/>
              </a:spcBef>
              <a:spcAft>
                <a:spcPts val="200"/>
              </a:spcAft>
            </a:pPr>
            <a:r>
              <a:rPr sz="1000" b="0">
                <a:solidFill>
                  <a:srgbClr val="333333"/>
                </a:solidFill>
              </a:rPr>
              <a:t>• Submit reconnect / disconnect / transfer</a:t>
            </a:r>
          </a:p>
          <a:p>
            <a:pPr algn="l">
              <a:spcBef>
                <a:spcPts val="0"/>
              </a:spcBef>
              <a:spcAft>
                <a:spcPts val="200"/>
              </a:spcAft>
            </a:pPr>
            <a:r>
              <a:rPr sz="1000" b="0">
                <a:solidFill>
                  <a:srgbClr val="333333"/>
                </a:solidFill>
              </a:rPr>
              <a:t>• Email confirmation</a:t>
            </a:r>
          </a:p>
        </p:txBody>
      </p:sp>
      <p:sp>
        <p:nvSpPr>
          <p:cNvPr id="7" name="Rounded Rectangle 6"/>
          <p:cNvSpPr/>
          <p:nvPr/>
        </p:nvSpPr>
        <p:spPr>
          <a:xfrm>
            <a:off x="411480" y="3913632"/>
            <a:ext cx="8321040" cy="566928"/>
          </a:xfrm>
          <a:prstGeom prst="roundRect">
            <a:avLst/>
          </a:prstGeom>
          <a:solidFill>
            <a:srgbClr val="24323F"/>
          </a:solidFill>
          <a:ln w="12700">
            <a:solidFill>
              <a:srgbClr val="24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00" b="1">
                <a:solidFill>
                  <a:srgbClr val="FFFFFF"/>
                </a:solidFill>
              </a:rPr>
              <a:t>Every write is confirmed first — and reconnection is blocked while the account is past-due.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24323F"/>
                </a:solidFill>
              </a:rPr>
              <a:t>Live walkthrough — two scenarios</a:t>
            </a:r>
          </a:p>
        </p:txBody>
      </p:sp>
      <p:sp>
        <p:nvSpPr>
          <p:cNvPr id="3" name="Rounded Rectangle 2"/>
          <p:cNvSpPr/>
          <p:nvPr/>
        </p:nvSpPr>
        <p:spPr>
          <a:xfrm>
            <a:off x="411480" y="960120"/>
            <a:ext cx="4160520" cy="3063240"/>
          </a:xfrm>
          <a:prstGeom prst="roundRect">
            <a:avLst/>
          </a:prstGeom>
          <a:solidFill>
            <a:srgbClr val="EEF2F6"/>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4" name="TextBox 3"/>
          <p:cNvSpPr txBox="1"/>
          <p:nvPr/>
        </p:nvSpPr>
        <p:spPr>
          <a:xfrm>
            <a:off x="566928" y="1060704"/>
            <a:ext cx="3840480" cy="2880360"/>
          </a:xfrm>
          <a:prstGeom prst="rect">
            <a:avLst/>
          </a:prstGeom>
          <a:noFill/>
        </p:spPr>
        <p:txBody>
          <a:bodyPr wrap="square" anchor="t" lIns="38100" rIns="38100" tIns="12700" bIns="12700">
            <a:spAutoFit/>
          </a:bodyPr>
          <a:lstStyle/>
          <a:p>
            <a:pPr algn="l">
              <a:spcBef>
                <a:spcPts val="0"/>
              </a:spcBef>
              <a:spcAft>
                <a:spcPts val="200"/>
              </a:spcAft>
            </a:pPr>
            <a:r>
              <a:rPr sz="1150" b="1">
                <a:solidFill>
                  <a:srgbClr val="6C40F3"/>
                </a:solidFill>
              </a:rPr>
              <a:t>SCENARIO A · Report an outage</a:t>
            </a:r>
          </a:p>
          <a:p>
            <a:pPr algn="l">
              <a:spcBef>
                <a:spcPts val="0"/>
              </a:spcBef>
              <a:spcAft>
                <a:spcPts val="200"/>
              </a:spcAft>
            </a:pPr>
            <a:r>
              <a:rPr sz="1000" b="0">
                <a:solidFill>
                  <a:srgbClr val="333333"/>
                </a:solidFill>
              </a:rPr>
              <a:t>1  “My power’s been out since 2 pm.”</a:t>
            </a:r>
          </a:p>
          <a:p>
            <a:pPr algn="l">
              <a:spcBef>
                <a:spcPts val="0"/>
              </a:spcBef>
              <a:spcAft>
                <a:spcPts val="200"/>
              </a:spcAft>
            </a:pPr>
            <a:r>
              <a:rPr sz="1000" b="0">
                <a:solidFill>
                  <a:srgbClr val="333333"/>
                </a:solidFill>
              </a:rPr>
              <a:t>2  Orchestrator confirms the service address</a:t>
            </a:r>
          </a:p>
          <a:p>
            <a:pPr algn="l">
              <a:spcBef>
                <a:spcPts val="0"/>
              </a:spcBef>
              <a:spcAft>
                <a:spcPts val="200"/>
              </a:spcAft>
            </a:pPr>
            <a:r>
              <a:rPr sz="1000" b="0">
                <a:solidFill>
                  <a:srgbClr val="333333"/>
                </a:solidFill>
              </a:rPr>
              <a:t>3  report_outage opens ticket OTKT-2026-#### (ETA ~4h)</a:t>
            </a:r>
          </a:p>
          <a:p>
            <a:pPr algn="l">
              <a:spcBef>
                <a:spcPts val="0"/>
              </a:spcBef>
              <a:spcAft>
                <a:spcPts val="200"/>
              </a:spcAft>
            </a:pPr>
            <a:r>
              <a:rPr sz="1000" b="0">
                <a:solidFill>
                  <a:srgbClr val="333333"/>
                </a:solidFill>
              </a:rPr>
              <a:t>4  “Email me the details” → send_confirmation_email</a:t>
            </a:r>
          </a:p>
        </p:txBody>
      </p:sp>
      <p:sp>
        <p:nvSpPr>
          <p:cNvPr id="5" name="Rounded Rectangle 4"/>
          <p:cNvSpPr/>
          <p:nvPr/>
        </p:nvSpPr>
        <p:spPr>
          <a:xfrm>
            <a:off x="4663440" y="960120"/>
            <a:ext cx="4069080" cy="3063240"/>
          </a:xfrm>
          <a:prstGeom prst="roundRect">
            <a:avLst/>
          </a:prstGeom>
          <a:solidFill>
            <a:srgbClr val="EEF2F6"/>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750" b="0">
                <a:solidFill>
                  <a:srgbClr val="DCE6F2"/>
                </a:solidFill>
              </a:rPr>
              <a:t/>
            </a:r>
          </a:p>
        </p:txBody>
      </p:sp>
      <p:sp>
        <p:nvSpPr>
          <p:cNvPr id="6" name="TextBox 5"/>
          <p:cNvSpPr txBox="1"/>
          <p:nvPr/>
        </p:nvSpPr>
        <p:spPr>
          <a:xfrm>
            <a:off x="4818888" y="1060704"/>
            <a:ext cx="3749039" cy="2880360"/>
          </a:xfrm>
          <a:prstGeom prst="rect">
            <a:avLst/>
          </a:prstGeom>
          <a:noFill/>
        </p:spPr>
        <p:txBody>
          <a:bodyPr wrap="square" anchor="t" lIns="38100" rIns="38100" tIns="12700" bIns="12700">
            <a:spAutoFit/>
          </a:bodyPr>
          <a:lstStyle/>
          <a:p>
            <a:pPr algn="l">
              <a:spcBef>
                <a:spcPts val="0"/>
              </a:spcBef>
              <a:spcAft>
                <a:spcPts val="200"/>
              </a:spcAft>
            </a:pPr>
            <a:r>
              <a:rPr sz="1150" b="1">
                <a:solidFill>
                  <a:srgbClr val="1E9B6B"/>
                </a:solidFill>
              </a:rPr>
              <a:t>SCENARIO B · Reconnect + guardrail</a:t>
            </a:r>
          </a:p>
          <a:p>
            <a:pPr algn="l">
              <a:spcBef>
                <a:spcPts val="0"/>
              </a:spcBef>
              <a:spcAft>
                <a:spcPts val="200"/>
              </a:spcAft>
            </a:pPr>
            <a:r>
              <a:rPr sz="1000" b="0">
                <a:solidFill>
                  <a:srgbClr val="333333"/>
                </a:solidFill>
              </a:rPr>
              <a:t>1  A disconnected customer asks to reconnect</a:t>
            </a:r>
          </a:p>
          <a:p>
            <a:pPr algn="l">
              <a:spcBef>
                <a:spcPts val="0"/>
              </a:spcBef>
              <a:spcAft>
                <a:spcPts val="200"/>
              </a:spcAft>
            </a:pPr>
            <a:r>
              <a:rPr sz="1000" b="0">
                <a:solidFill>
                  <a:srgbClr val="333333"/>
                </a:solidFill>
              </a:rPr>
              <a:t>2  Orchestrator checks the balance via MCP</a:t>
            </a:r>
          </a:p>
          <a:p>
            <a:pPr algn="l">
              <a:spcBef>
                <a:spcPts val="0"/>
              </a:spcBef>
              <a:spcAft>
                <a:spcPts val="200"/>
              </a:spcAft>
            </a:pPr>
            <a:r>
              <a:rPr sz="1000" b="0">
                <a:solidFill>
                  <a:srgbClr val="333333"/>
                </a:solidFill>
              </a:rPr>
              <a:t>3  If past-due → politely refuses, asks to pay first</a:t>
            </a:r>
          </a:p>
          <a:p>
            <a:pPr algn="l">
              <a:spcBef>
                <a:spcPts val="0"/>
              </a:spcBef>
              <a:spcAft>
                <a:spcPts val="200"/>
              </a:spcAft>
            </a:pPr>
            <a:r>
              <a:rPr sz="1000" b="0">
                <a:solidFill>
                  <a:srgbClr val="333333"/>
                </a:solidFill>
              </a:rPr>
              <a:t>4  Once cleared → submit_service_request (RECONNECT)</a:t>
            </a:r>
          </a:p>
          <a:p>
            <a:pPr algn="l">
              <a:spcBef>
                <a:spcPts val="0"/>
              </a:spcBef>
              <a:spcAft>
                <a:spcPts val="200"/>
              </a:spcAft>
            </a:pPr>
            <a:r>
              <a:rPr sz="1000" b="0">
                <a:solidFill>
                  <a:srgbClr val="333333"/>
                </a:solidFill>
              </a:rPr>
              <a:t>     → SRV-2026-#### submitted</a:t>
            </a:r>
          </a:p>
        </p:txBody>
      </p:sp>
      <p:sp>
        <p:nvSpPr>
          <p:cNvPr id="7" name="Rounded Rectangle 6"/>
          <p:cNvSpPr/>
          <p:nvPr/>
        </p:nvSpPr>
        <p:spPr>
          <a:xfrm>
            <a:off x="411480" y="4160520"/>
            <a:ext cx="8321040" cy="548640"/>
          </a:xfrm>
          <a:prstGeom prst="roundRect">
            <a:avLst/>
          </a:prstGeom>
          <a:solidFill>
            <a:srgbClr val="6C40F3"/>
          </a:solidFill>
          <a:ln w="12700">
            <a:solidFill>
              <a:srgbClr val="6C40F3"/>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200" b="1">
                <a:solidFill>
                  <a:srgbClr val="FFFFFF"/>
                </a:solidFill>
              </a:rPr>
              <a:t>Reads → guarded write → confirmation, all in one natural conversation.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24323F"/>
                </a:solidFill>
              </a:rPr>
              <a:t>One pattern, any vertical</a:t>
            </a:r>
          </a:p>
        </p:txBody>
      </p:sp>
      <p:sp>
        <p:nvSpPr>
          <p:cNvPr id="3" name="TextBox 2"/>
          <p:cNvSpPr txBox="1"/>
          <p:nvPr/>
        </p:nvSpPr>
        <p:spPr>
          <a:xfrm>
            <a:off x="566928" y="914400"/>
            <a:ext cx="6766560" cy="2743200"/>
          </a:xfrm>
          <a:prstGeom prst="rect">
            <a:avLst/>
          </a:prstGeom>
          <a:noFill/>
        </p:spPr>
        <p:txBody>
          <a:bodyPr wrap="square" anchor="t" lIns="38100" rIns="38100" tIns="12700" bIns="12700">
            <a:spAutoFit/>
          </a:bodyPr>
          <a:lstStyle/>
          <a:p>
            <a:pPr algn="l">
              <a:spcBef>
                <a:spcPts val="0"/>
              </a:spcBef>
              <a:spcAft>
                <a:spcPts val="200"/>
              </a:spcAft>
            </a:pPr>
            <a:r>
              <a:rPr sz="1250" b="0">
                <a:solidFill>
                  <a:srgbClr val="333333"/>
                </a:solidFill>
              </a:rPr>
              <a:t>• Reads as MCP tools, writes as A2A agents, a WebSocket orchestrator as the brain — all on TIBCO Flogo Enterprise.</a:t>
            </a:r>
          </a:p>
          <a:p>
            <a:pPr algn="l">
              <a:spcBef>
                <a:spcPts val="0"/>
              </a:spcBef>
              <a:spcAft>
                <a:spcPts val="200"/>
              </a:spcAft>
            </a:pPr>
            <a:r>
              <a:rPr sz="1250" b="0">
                <a:solidFill>
                  <a:srgbClr val="333333"/>
                </a:solidFill>
              </a:rPr>
              <a:t>• Safe by design: reads vs. guarded writes · confirm-before-write · past-due reconnect guardrail.</a:t>
            </a:r>
          </a:p>
          <a:p>
            <a:pPr algn="l">
              <a:spcBef>
                <a:spcPts val="0"/>
              </a:spcBef>
              <a:spcAft>
                <a:spcPts val="200"/>
              </a:spcAft>
            </a:pPr>
            <a:r>
              <a:rPr sz="1250" b="0">
                <a:solidFill>
                  <a:srgbClr val="333333"/>
                </a:solidFill>
              </a:rPr>
              <a:t>• PostgreSQL-backed · port-isolated · each app independently deployable &amp; scalable.</a:t>
            </a:r>
          </a:p>
          <a:p>
            <a:pPr algn="l">
              <a:spcBef>
                <a:spcPts val="0"/>
              </a:spcBef>
              <a:spcAft>
                <a:spcPts val="200"/>
              </a:spcAft>
            </a:pPr>
            <a:r>
              <a:rPr sz="1250" b="0">
                <a:solidFill>
                  <a:srgbClr val="333333"/>
                </a:solidFill>
              </a:rPr>
              <a:t>• Reusable pattern — the same wiring powers telecom, banking, hospital &amp; airline demos; swap the domain, keep the architecture.</a:t>
            </a:r>
          </a:p>
          <a:p>
            <a:pPr algn="l">
              <a:spcBef>
                <a:spcPts val="0"/>
              </a:spcBef>
              <a:spcAft>
                <a:spcPts val="200"/>
              </a:spcAft>
            </a:pPr>
            <a:r>
              <a:rPr sz="1250" b="1">
                <a:solidFill>
                  <a:srgbClr val="24323F"/>
                </a:solidFill>
              </a:rPr>
              <a:t>• For utilities: deflect call volume, 24/7 self-service, faster outage &amp; reconnect handling.</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BCO Theme">
  <a:themeElements>
    <a:clrScheme name="TIBCO24">
      <a:dk1>
        <a:srgbClr val="24323F"/>
      </a:dk1>
      <a:lt1>
        <a:srgbClr val="FFFFFF"/>
      </a:lt1>
      <a:dk2>
        <a:srgbClr val="333333"/>
      </a:dk2>
      <a:lt2>
        <a:srgbClr val="B4B4B4"/>
      </a:lt2>
      <a:accent1>
        <a:srgbClr val="3A8DDE"/>
      </a:accent1>
      <a:accent2>
        <a:srgbClr val="6C40F3"/>
      </a:accent2>
      <a:accent3>
        <a:srgbClr val="5E5E6D"/>
      </a:accent3>
      <a:accent4>
        <a:srgbClr val="1E9B6B"/>
      </a:accent4>
      <a:accent5>
        <a:srgbClr val="CABDFB"/>
      </a:accent5>
      <a:accent6>
        <a:srgbClr val="B0DCCB"/>
      </a:accent6>
      <a:hlink>
        <a:srgbClr val="3A8DDE"/>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